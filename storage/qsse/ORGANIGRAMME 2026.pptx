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A25C1-AE6A-4F8F-867A-DF7858AA3E8C}" v="1" dt="2026-04-08T16:31:46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2" autoAdjust="0"/>
    <p:restoredTop sz="96437" autoAdjust="0"/>
  </p:normalViewPr>
  <p:slideViewPr>
    <p:cSldViewPr snapToGrid="0">
      <p:cViewPr varScale="1">
        <p:scale>
          <a:sx n="106" d="100"/>
          <a:sy n="106" d="100"/>
        </p:scale>
        <p:origin x="732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STA PEREIRA Marco paulo" userId="295384b7-198a-4aa4-ae32-6275b54e7ba5" providerId="ADAL" clId="{D076E1C5-D8EF-4EE0-9628-C829F5FEDB92}"/>
    <pc:docChg chg="undo custSel modSld">
      <pc:chgData name="COSTA PEREIRA Marco paulo" userId="295384b7-198a-4aa4-ae32-6275b54e7ba5" providerId="ADAL" clId="{D076E1C5-D8EF-4EE0-9628-C829F5FEDB92}" dt="2026-04-08T16:32:14.140" v="6" actId="14100"/>
      <pc:docMkLst>
        <pc:docMk/>
      </pc:docMkLst>
      <pc:sldChg chg="addSp delSp modSp mod">
        <pc:chgData name="COSTA PEREIRA Marco paulo" userId="295384b7-198a-4aa4-ae32-6275b54e7ba5" providerId="ADAL" clId="{D076E1C5-D8EF-4EE0-9628-C829F5FEDB92}" dt="2026-04-08T16:32:14.140" v="6" actId="14100"/>
        <pc:sldMkLst>
          <pc:docMk/>
          <pc:sldMk cId="1814482504" sldId="256"/>
        </pc:sldMkLst>
        <pc:picChg chg="add del mod">
          <ac:chgData name="COSTA PEREIRA Marco paulo" userId="295384b7-198a-4aa4-ae32-6275b54e7ba5" providerId="ADAL" clId="{D076E1C5-D8EF-4EE0-9628-C829F5FEDB92}" dt="2026-04-08T16:32:14.140" v="6" actId="14100"/>
          <ac:picMkLst>
            <pc:docMk/>
            <pc:sldMk cId="1814482504" sldId="256"/>
            <ac:picMk id="10" creationId="{00000000-0000-0000-0000-00000000000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6" Type="http://schemas.openxmlformats.org/officeDocument/2006/relationships/image" Target="../media/image7.jpe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6" Type="http://schemas.openxmlformats.org/officeDocument/2006/relationships/image" Target="../media/image7.jpe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AE7928-3FA1-4060-8603-08941467B531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7F390D5-302B-4E69-9960-FC6E4DA519ED}">
      <dgm:prSet phldrT="[Texte]" custT="1"/>
      <dgm:spPr/>
      <dgm:t>
        <a:bodyPr/>
        <a:lstStyle/>
        <a:p>
          <a:r>
            <a:rPr lang="fr-FR" sz="1400" b="1" dirty="0"/>
            <a:t>REFERENTE SCIENTIFIQUE </a:t>
          </a:r>
        </a:p>
        <a:p>
          <a:r>
            <a:rPr lang="fr-FR" sz="1400" b="1" dirty="0"/>
            <a:t>ET TECHNIQUE</a:t>
          </a:r>
        </a:p>
        <a:p>
          <a:r>
            <a:rPr lang="fr-FR" sz="1400" b="1" dirty="0"/>
            <a:t>Région RA</a:t>
          </a:r>
        </a:p>
        <a:p>
          <a:r>
            <a:rPr lang="fr-FR" sz="1400" b="1" dirty="0"/>
            <a:t>Marco COSTA PEREIRA</a:t>
          </a:r>
        </a:p>
        <a:p>
          <a:r>
            <a:rPr lang="fr-FR" sz="1400" b="1" dirty="0"/>
            <a:t>Portable: 06 98 70 87 27 </a:t>
          </a:r>
        </a:p>
      </dgm:t>
    </dgm:pt>
    <dgm:pt modelId="{7C4A0924-9DE2-4824-A329-93C9362CCAA0}" type="parTrans" cxnId="{3ED8CFF7-BC2F-4936-B37A-97591AE9FCDD}">
      <dgm:prSet/>
      <dgm:spPr/>
      <dgm:t>
        <a:bodyPr/>
        <a:lstStyle/>
        <a:p>
          <a:endParaRPr lang="fr-FR"/>
        </a:p>
      </dgm:t>
    </dgm:pt>
    <dgm:pt modelId="{7F7A2720-63B9-4D6E-ACED-56AC9EB14ABF}" type="sibTrans" cxnId="{3ED8CFF7-BC2F-4936-B37A-97591AE9FCDD}">
      <dgm:prSet/>
      <dgm:spPr/>
      <dgm:t>
        <a:bodyPr/>
        <a:lstStyle/>
        <a:p>
          <a:endParaRPr lang="fr-FR"/>
        </a:p>
      </dgm:t>
    </dgm:pt>
    <dgm:pt modelId="{2AEBA7DE-1706-4C14-BBD0-B3FFF91C3970}">
      <dgm:prSet phldrT="[Texte]" custT="1"/>
      <dgm:spPr/>
      <dgm:t>
        <a:bodyPr/>
        <a:lstStyle/>
        <a:p>
          <a:r>
            <a:rPr lang="fr-FR" sz="1400" b="1" dirty="0"/>
            <a:t>CHEF DE SECTION LABORATOIRE</a:t>
          </a:r>
        </a:p>
        <a:p>
          <a:r>
            <a:rPr lang="fr-FR" sz="1100" b="1" dirty="0"/>
            <a:t>Agences RHONE AIN LOIRE </a:t>
          </a:r>
        </a:p>
        <a:p>
          <a:r>
            <a:rPr lang="fr-FR" sz="1200" b="1" dirty="0"/>
            <a:t>Sylvain LHOPITAL</a:t>
          </a:r>
        </a:p>
        <a:p>
          <a:r>
            <a:rPr lang="fr-FR" sz="1200" b="1" dirty="0"/>
            <a:t>Portable: 06 82 65 53 22</a:t>
          </a:r>
        </a:p>
      </dgm:t>
    </dgm:pt>
    <dgm:pt modelId="{740B38A3-7300-4D7B-8F48-D1351C81E49B}" type="parTrans" cxnId="{E3086210-E87C-478E-83FB-31D3BB2DD220}">
      <dgm:prSet/>
      <dgm:spPr/>
      <dgm:t>
        <a:bodyPr/>
        <a:lstStyle/>
        <a:p>
          <a:endParaRPr lang="fr-FR"/>
        </a:p>
      </dgm:t>
    </dgm:pt>
    <dgm:pt modelId="{BE601A67-6AC3-4262-AAA6-14DEB545C15F}" type="sibTrans" cxnId="{E3086210-E87C-478E-83FB-31D3BB2DD220}">
      <dgm:prSet/>
      <dgm:spPr/>
      <dgm:t>
        <a:bodyPr/>
        <a:lstStyle/>
        <a:p>
          <a:endParaRPr lang="fr-FR"/>
        </a:p>
      </dgm:t>
    </dgm:pt>
    <dgm:pt modelId="{FCAF82DC-744D-422B-9561-CBB6ADAD6FE2}">
      <dgm:prSet phldrT="[Texte]" custT="1"/>
      <dgm:spPr/>
      <dgm:t>
        <a:bodyPr/>
        <a:lstStyle/>
        <a:p>
          <a:r>
            <a:rPr lang="fr-FR" sz="1400" b="1" dirty="0"/>
            <a:t>TECHNICIEN DE LABORATOIRE </a:t>
          </a:r>
        </a:p>
        <a:p>
          <a:r>
            <a:rPr lang="fr-FR" sz="1100" b="1" dirty="0"/>
            <a:t>Agence RHONE AIN LOIRE</a:t>
          </a:r>
        </a:p>
        <a:p>
          <a:r>
            <a:rPr lang="fr-FR" sz="1200" b="1" dirty="0"/>
            <a:t>Frédéric MONTET</a:t>
          </a:r>
        </a:p>
        <a:p>
          <a:r>
            <a:rPr lang="fr-FR" sz="1200" b="1" dirty="0"/>
            <a:t>Portable: 06 16 05 67 94</a:t>
          </a:r>
        </a:p>
      </dgm:t>
    </dgm:pt>
    <dgm:pt modelId="{F1BF7209-2458-4044-BB97-FE1807D2A402}" type="parTrans" cxnId="{9F5DB172-E35A-444C-BAA3-B1837481B7C8}">
      <dgm:prSet/>
      <dgm:spPr/>
      <dgm:t>
        <a:bodyPr/>
        <a:lstStyle/>
        <a:p>
          <a:endParaRPr lang="fr-FR"/>
        </a:p>
      </dgm:t>
    </dgm:pt>
    <dgm:pt modelId="{E90062F3-D552-41CD-86E5-CD9A2E33EB9D}" type="sibTrans" cxnId="{9F5DB172-E35A-444C-BAA3-B1837481B7C8}">
      <dgm:prSet/>
      <dgm:spPr/>
      <dgm:t>
        <a:bodyPr/>
        <a:lstStyle/>
        <a:p>
          <a:endParaRPr lang="fr-FR"/>
        </a:p>
      </dgm:t>
    </dgm:pt>
    <dgm:pt modelId="{2024AE9D-7F52-41C8-B774-41D72E4A6670}">
      <dgm:prSet phldrT="[Texte]" custT="1"/>
      <dgm:spPr/>
      <dgm:t>
        <a:bodyPr/>
        <a:lstStyle/>
        <a:p>
          <a:r>
            <a:rPr lang="fr-FR" sz="1400" b="1" dirty="0"/>
            <a:t>CHEFFE DE SECTION LABORATOIRE</a:t>
          </a:r>
        </a:p>
        <a:p>
          <a:r>
            <a:rPr lang="fr-FR" sz="1100" b="1" dirty="0"/>
            <a:t>Agence AUVERGNE</a:t>
          </a:r>
        </a:p>
        <a:p>
          <a:r>
            <a:rPr lang="fr-FR" sz="1200" b="1" dirty="0"/>
            <a:t>Christelle CHADEYRAS</a:t>
          </a:r>
        </a:p>
        <a:p>
          <a:r>
            <a:rPr lang="fr-FR" sz="1200" b="1" dirty="0"/>
            <a:t>Portable: 06 32 65 78 32</a:t>
          </a:r>
        </a:p>
      </dgm:t>
    </dgm:pt>
    <dgm:pt modelId="{D38C875A-72BD-46A9-BC7A-3B738BEFC079}" type="parTrans" cxnId="{AB6E1D63-31A3-4C7D-BCB9-44554EA577EA}">
      <dgm:prSet/>
      <dgm:spPr/>
      <dgm:t>
        <a:bodyPr/>
        <a:lstStyle/>
        <a:p>
          <a:endParaRPr lang="fr-FR"/>
        </a:p>
      </dgm:t>
    </dgm:pt>
    <dgm:pt modelId="{99DEC15D-4B08-42D5-BB75-A2F992A9A793}" type="sibTrans" cxnId="{AB6E1D63-31A3-4C7D-BCB9-44554EA577EA}">
      <dgm:prSet/>
      <dgm:spPr/>
      <dgm:t>
        <a:bodyPr/>
        <a:lstStyle/>
        <a:p>
          <a:endParaRPr lang="fr-FR"/>
        </a:p>
      </dgm:t>
    </dgm:pt>
    <dgm:pt modelId="{DFC04BD2-A6A9-440E-95BE-67CE88F8F294}">
      <dgm:prSet phldrT="[Texte]" custT="1"/>
      <dgm:spPr/>
      <dgm:t>
        <a:bodyPr/>
        <a:lstStyle/>
        <a:p>
          <a:r>
            <a:rPr lang="fr-FR" sz="1400" b="1" dirty="0"/>
            <a:t>TECHNICIEN DE LABORATOIRE</a:t>
          </a:r>
        </a:p>
        <a:p>
          <a:r>
            <a:rPr lang="fr-FR" sz="1100" b="1" dirty="0"/>
            <a:t>Agence AUVERGNE</a:t>
          </a:r>
        </a:p>
        <a:p>
          <a:r>
            <a:rPr lang="fr-FR" sz="1200" b="1" dirty="0"/>
            <a:t>Jérémy DECHEVRE</a:t>
          </a:r>
        </a:p>
        <a:p>
          <a:r>
            <a:rPr lang="fr-FR" sz="1200" b="1" dirty="0"/>
            <a:t>Portable: 06 16 89 68 63</a:t>
          </a:r>
        </a:p>
      </dgm:t>
    </dgm:pt>
    <dgm:pt modelId="{BB95CD73-FC32-4CDA-975C-43BF1AA85DAC}" type="parTrans" cxnId="{E0CFF82A-B9D8-4F0B-978C-D6C7DFA5DD19}">
      <dgm:prSet/>
      <dgm:spPr/>
      <dgm:t>
        <a:bodyPr/>
        <a:lstStyle/>
        <a:p>
          <a:endParaRPr lang="fr-FR"/>
        </a:p>
      </dgm:t>
    </dgm:pt>
    <dgm:pt modelId="{2ACF4520-6A9F-41BF-B6D4-128BEFA63A28}" type="sibTrans" cxnId="{E0CFF82A-B9D8-4F0B-978C-D6C7DFA5DD19}">
      <dgm:prSet/>
      <dgm:spPr/>
      <dgm:t>
        <a:bodyPr/>
        <a:lstStyle/>
        <a:p>
          <a:endParaRPr lang="fr-FR"/>
        </a:p>
      </dgm:t>
    </dgm:pt>
    <dgm:pt modelId="{57FB4F47-3FD3-4D29-A0F1-42FA614894D5}">
      <dgm:prSet custT="1"/>
      <dgm:spPr/>
      <dgm:t>
        <a:bodyPr/>
        <a:lstStyle/>
        <a:p>
          <a:pPr marL="0" lvl="0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dirty="0"/>
            <a:t>ASSISTANTE RST Alternante</a:t>
          </a:r>
        </a:p>
        <a:p>
          <a:pPr marL="0" lvl="0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dirty="0"/>
            <a:t>Région RA </a:t>
          </a:r>
        </a:p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fr-FR" sz="1100" b="1" dirty="0"/>
            <a:t>Clara RIGO </a:t>
          </a:r>
        </a:p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fr-FR" sz="1100" b="1" dirty="0"/>
            <a:t>Portable: 06 58 61 65 27</a:t>
          </a:r>
        </a:p>
        <a:p>
          <a:pPr marL="0" lvl="0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500" dirty="0"/>
        </a:p>
      </dgm:t>
    </dgm:pt>
    <dgm:pt modelId="{B97208B7-9D51-4B12-A2B0-9E887930307B}" type="parTrans" cxnId="{F6F40B62-1ED9-4B39-8670-6254435A8DB1}">
      <dgm:prSet/>
      <dgm:spPr/>
      <dgm:t>
        <a:bodyPr/>
        <a:lstStyle/>
        <a:p>
          <a:endParaRPr lang="fr-FR"/>
        </a:p>
      </dgm:t>
    </dgm:pt>
    <dgm:pt modelId="{F52296DF-C9B3-4737-8EE4-89F49C21D168}" type="sibTrans" cxnId="{F6F40B62-1ED9-4B39-8670-6254435A8DB1}">
      <dgm:prSet/>
      <dgm:spPr/>
      <dgm:t>
        <a:bodyPr/>
        <a:lstStyle/>
        <a:p>
          <a:endParaRPr lang="fr-FR"/>
        </a:p>
      </dgm:t>
    </dgm:pt>
    <dgm:pt modelId="{1325ABFF-6427-45AC-A02A-A3C86DE8613F}" type="pres">
      <dgm:prSet presAssocID="{AEAE7928-3FA1-4060-8603-08941467B5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AA3493-F8BD-4846-AA90-785E287AA560}" type="pres">
      <dgm:prSet presAssocID="{B7F390D5-302B-4E69-9960-FC6E4DA519ED}" presName="hierRoot1" presStyleCnt="0"/>
      <dgm:spPr/>
    </dgm:pt>
    <dgm:pt modelId="{A54418E1-140F-4858-A206-349BC39F5EA6}" type="pres">
      <dgm:prSet presAssocID="{B7F390D5-302B-4E69-9960-FC6E4DA519ED}" presName="composite" presStyleCnt="0"/>
      <dgm:spPr/>
    </dgm:pt>
    <dgm:pt modelId="{4CAE3669-5FA6-497E-92AD-859CD0BCAF17}" type="pres">
      <dgm:prSet presAssocID="{B7F390D5-302B-4E69-9960-FC6E4DA519ED}" presName="image" presStyleLbl="node0" presStyleIdx="0" presStyleCnt="1" custAng="0" custScaleX="64556" custScaleY="65731" custLinFactNeighborX="82517" custLinFactNeighborY="-9413"/>
      <dgm:spPr>
        <a:blipFill>
          <a:blip xmlns:r="http://schemas.openxmlformats.org/officeDocument/2006/relationships" r:embed="rId1"/>
          <a:srcRect/>
          <a:stretch>
            <a:fillRect t="-6000" b="-6000"/>
          </a:stretch>
        </a:blipFill>
      </dgm:spPr>
    </dgm:pt>
    <dgm:pt modelId="{E0789D31-FC0A-4EFD-BEB0-2B33A398EB32}" type="pres">
      <dgm:prSet presAssocID="{B7F390D5-302B-4E69-9960-FC6E4DA519ED}" presName="text" presStyleLbl="revTx" presStyleIdx="0" presStyleCnt="6" custScaleX="144280" custLinFactNeighborX="-50109" custLinFactNeighborY="-8183">
        <dgm:presLayoutVars>
          <dgm:chPref val="3"/>
        </dgm:presLayoutVars>
      </dgm:prSet>
      <dgm:spPr/>
    </dgm:pt>
    <dgm:pt modelId="{BAF4FDAD-9BBD-471D-BE3E-812DC8751E46}" type="pres">
      <dgm:prSet presAssocID="{B7F390D5-302B-4E69-9960-FC6E4DA519ED}" presName="hierChild2" presStyleCnt="0"/>
      <dgm:spPr/>
    </dgm:pt>
    <dgm:pt modelId="{582D2FEE-FF65-471A-B1E4-4F1511FDD9D3}" type="pres">
      <dgm:prSet presAssocID="{740B38A3-7300-4D7B-8F48-D1351C81E49B}" presName="Name10" presStyleLbl="parChTrans1D2" presStyleIdx="0" presStyleCnt="3"/>
      <dgm:spPr/>
    </dgm:pt>
    <dgm:pt modelId="{0BF1D9EF-1363-4245-99A8-8758C59BE605}" type="pres">
      <dgm:prSet presAssocID="{2AEBA7DE-1706-4C14-BBD0-B3FFF91C3970}" presName="hierRoot2" presStyleCnt="0"/>
      <dgm:spPr/>
    </dgm:pt>
    <dgm:pt modelId="{F2164FF0-0F98-4B32-817B-1EA3563F454A}" type="pres">
      <dgm:prSet presAssocID="{2AEBA7DE-1706-4C14-BBD0-B3FFF91C3970}" presName="composite2" presStyleCnt="0"/>
      <dgm:spPr/>
    </dgm:pt>
    <dgm:pt modelId="{DC557F9C-A6FD-403A-9F0B-60743BC53D3F}" type="pres">
      <dgm:prSet presAssocID="{2AEBA7DE-1706-4C14-BBD0-B3FFF91C3970}" presName="image2" presStyleLbl="node2" presStyleIdx="0" presStyleCnt="3" custScaleX="82702" custScaleY="72983" custLinFactX="48407" custLinFactNeighborX="100000" custLinFactNeighborY="-15867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B714FE-9EB1-48D6-A6F9-E445778C2976}" type="pres">
      <dgm:prSet presAssocID="{2AEBA7DE-1706-4C14-BBD0-B3FFF91C3970}" presName="text2" presStyleLbl="revTx" presStyleIdx="1" presStyleCnt="6" custScaleX="95868" custScaleY="71258" custLinFactNeighborX="-42874" custLinFactNeighborY="-17146">
        <dgm:presLayoutVars>
          <dgm:chPref val="3"/>
        </dgm:presLayoutVars>
      </dgm:prSet>
      <dgm:spPr/>
    </dgm:pt>
    <dgm:pt modelId="{4C4DA4FE-C339-422C-A31E-8CE540754305}" type="pres">
      <dgm:prSet presAssocID="{2AEBA7DE-1706-4C14-BBD0-B3FFF91C3970}" presName="hierChild3" presStyleCnt="0"/>
      <dgm:spPr/>
    </dgm:pt>
    <dgm:pt modelId="{F85190AA-86CA-4D6B-89FE-13BC2AD577DA}" type="pres">
      <dgm:prSet presAssocID="{F1BF7209-2458-4044-BB97-FE1807D2A402}" presName="Name17" presStyleLbl="parChTrans1D3" presStyleIdx="0" presStyleCnt="2"/>
      <dgm:spPr/>
    </dgm:pt>
    <dgm:pt modelId="{5C23A25A-76DA-4904-80F3-31EF287924AC}" type="pres">
      <dgm:prSet presAssocID="{FCAF82DC-744D-422B-9561-CBB6ADAD6FE2}" presName="hierRoot3" presStyleCnt="0"/>
      <dgm:spPr/>
    </dgm:pt>
    <dgm:pt modelId="{886D680B-DB0C-4C9B-8B6C-D92CF4AE6ED9}" type="pres">
      <dgm:prSet presAssocID="{FCAF82DC-744D-422B-9561-CBB6ADAD6FE2}" presName="composite3" presStyleCnt="0"/>
      <dgm:spPr/>
    </dgm:pt>
    <dgm:pt modelId="{850F7DA8-6DAD-4CA8-9BA2-C9BD86875747}" type="pres">
      <dgm:prSet presAssocID="{FCAF82DC-744D-422B-9561-CBB6ADAD6FE2}" presName="image3" presStyleLbl="node3" presStyleIdx="0" presStyleCnt="2" custScaleX="72567" custScaleY="76690" custLinFactX="48109" custLinFactNeighborX="100000" custLinFactNeighborY="-1166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F904F85-4AC7-4463-A1F9-5F9BD419EA03}" type="pres">
      <dgm:prSet presAssocID="{FCAF82DC-744D-422B-9561-CBB6ADAD6FE2}" presName="text3" presStyleLbl="revTx" presStyleIdx="2" presStyleCnt="6" custScaleX="100384" custScaleY="69948" custLinFactNeighborX="-40361" custLinFactNeighborY="-10417">
        <dgm:presLayoutVars>
          <dgm:chPref val="3"/>
        </dgm:presLayoutVars>
      </dgm:prSet>
      <dgm:spPr/>
    </dgm:pt>
    <dgm:pt modelId="{8A2EA9B8-72B3-408F-9D5F-A562E56DD2C5}" type="pres">
      <dgm:prSet presAssocID="{FCAF82DC-744D-422B-9561-CBB6ADAD6FE2}" presName="hierChild4" presStyleCnt="0"/>
      <dgm:spPr/>
    </dgm:pt>
    <dgm:pt modelId="{7B43E7EC-2119-4DBF-AA9F-8A6CD0A03A8A}" type="pres">
      <dgm:prSet presAssocID="{B97208B7-9D51-4B12-A2B0-9E887930307B}" presName="Name10" presStyleLbl="parChTrans1D2" presStyleIdx="1" presStyleCnt="3"/>
      <dgm:spPr/>
    </dgm:pt>
    <dgm:pt modelId="{4FBC59E4-6F87-4FEA-898E-35E8BCCC4AFD}" type="pres">
      <dgm:prSet presAssocID="{57FB4F47-3FD3-4D29-A0F1-42FA614894D5}" presName="hierRoot2" presStyleCnt="0"/>
      <dgm:spPr/>
    </dgm:pt>
    <dgm:pt modelId="{EEE8BBB9-D298-45AC-9696-02672D57A2CB}" type="pres">
      <dgm:prSet presAssocID="{57FB4F47-3FD3-4D29-A0F1-42FA614894D5}" presName="composite2" presStyleCnt="0"/>
      <dgm:spPr/>
    </dgm:pt>
    <dgm:pt modelId="{66839DE6-34D3-4A6A-A36A-196F05ED817A}" type="pres">
      <dgm:prSet presAssocID="{57FB4F47-3FD3-4D29-A0F1-42FA614894D5}" presName="image2" presStyleLbl="node2" presStyleIdx="1" presStyleCnt="3" custScaleX="71151" custScaleY="65602" custLinFactX="100000" custLinFactNeighborX="187300" custLinFactNeighborY="-58030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4000" b="-14000"/>
          </a:stretch>
        </a:blipFill>
      </dgm:spPr>
    </dgm:pt>
    <dgm:pt modelId="{782FC2C9-B43E-4E2D-B913-9DE7417046BE}" type="pres">
      <dgm:prSet presAssocID="{57FB4F47-3FD3-4D29-A0F1-42FA614894D5}" presName="text2" presStyleLbl="revTx" presStyleIdx="3" presStyleCnt="6" custScaleX="80367" custScaleY="71092" custLinFactX="71045" custLinFactNeighborX="100000" custLinFactNeighborY="-55051">
        <dgm:presLayoutVars>
          <dgm:chPref val="3"/>
        </dgm:presLayoutVars>
      </dgm:prSet>
      <dgm:spPr/>
    </dgm:pt>
    <dgm:pt modelId="{3EF5AC55-01C9-4CE5-A803-47723792C221}" type="pres">
      <dgm:prSet presAssocID="{57FB4F47-3FD3-4D29-A0F1-42FA614894D5}" presName="hierChild3" presStyleCnt="0"/>
      <dgm:spPr/>
    </dgm:pt>
    <dgm:pt modelId="{6B17375A-9704-4454-85E3-C796552126C1}" type="pres">
      <dgm:prSet presAssocID="{D38C875A-72BD-46A9-BC7A-3B738BEFC079}" presName="Name10" presStyleLbl="parChTrans1D2" presStyleIdx="2" presStyleCnt="3"/>
      <dgm:spPr/>
    </dgm:pt>
    <dgm:pt modelId="{96E418F9-45BA-4C54-A36B-9AB853C914EE}" type="pres">
      <dgm:prSet presAssocID="{2024AE9D-7F52-41C8-B774-41D72E4A6670}" presName="hierRoot2" presStyleCnt="0"/>
      <dgm:spPr/>
    </dgm:pt>
    <dgm:pt modelId="{0DE9E496-EE3D-4174-82FF-99B5FCDF1228}" type="pres">
      <dgm:prSet presAssocID="{2024AE9D-7F52-41C8-B774-41D72E4A6670}" presName="composite2" presStyleCnt="0"/>
      <dgm:spPr/>
    </dgm:pt>
    <dgm:pt modelId="{9162B2DB-47AF-4854-A7AA-55DAC90F7846}" type="pres">
      <dgm:prSet presAssocID="{2024AE9D-7F52-41C8-B774-41D72E4A6670}" presName="image2" presStyleLbl="node2" presStyleIdx="2" presStyleCnt="3" custScaleX="71920" custScaleY="65506" custLinFactNeighborX="-56057" custLinFactNeighborY="-2408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900EDDF-85DA-40DB-808F-643E94FB323D}" type="pres">
      <dgm:prSet presAssocID="{2024AE9D-7F52-41C8-B774-41D72E4A6670}" presName="text2" presStyleLbl="revTx" presStyleIdx="4" presStyleCnt="6" custScaleX="91563" custScaleY="81217" custLinFactX="-80579" custLinFactNeighborX="-100000" custLinFactNeighborY="-24613">
        <dgm:presLayoutVars>
          <dgm:chPref val="3"/>
        </dgm:presLayoutVars>
      </dgm:prSet>
      <dgm:spPr/>
    </dgm:pt>
    <dgm:pt modelId="{FC05F856-0420-4D53-9ED0-7FD152E50A81}" type="pres">
      <dgm:prSet presAssocID="{2024AE9D-7F52-41C8-B774-41D72E4A6670}" presName="hierChild3" presStyleCnt="0"/>
      <dgm:spPr/>
    </dgm:pt>
    <dgm:pt modelId="{BFD14D09-AADB-4EA6-AC67-0E7C79F5BEC0}" type="pres">
      <dgm:prSet presAssocID="{BB95CD73-FC32-4CDA-975C-43BF1AA85DAC}" presName="Name17" presStyleLbl="parChTrans1D3" presStyleIdx="1" presStyleCnt="2"/>
      <dgm:spPr/>
    </dgm:pt>
    <dgm:pt modelId="{8BEAA235-1797-4907-8BF2-2F766E3311D6}" type="pres">
      <dgm:prSet presAssocID="{DFC04BD2-A6A9-440E-95BE-67CE88F8F294}" presName="hierRoot3" presStyleCnt="0"/>
      <dgm:spPr/>
    </dgm:pt>
    <dgm:pt modelId="{2A4A0872-B87B-48BB-8684-9C1869BA86C4}" type="pres">
      <dgm:prSet presAssocID="{DFC04BD2-A6A9-440E-95BE-67CE88F8F294}" presName="composite3" presStyleCnt="0"/>
      <dgm:spPr/>
    </dgm:pt>
    <dgm:pt modelId="{3EB15103-7886-4742-B60D-20AFBFA77455}" type="pres">
      <dgm:prSet presAssocID="{DFC04BD2-A6A9-440E-95BE-67CE88F8F294}" presName="image3" presStyleLbl="node3" presStyleIdx="1" presStyleCnt="2" custScaleX="71901" custScaleY="76172" custLinFactNeighborX="-53091" custLinFactNeighborY="-10168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</dgm:spPr>
    </dgm:pt>
    <dgm:pt modelId="{0B9F5E7C-DE6F-41EE-9149-ECF7B76726DC}" type="pres">
      <dgm:prSet presAssocID="{DFC04BD2-A6A9-440E-95BE-67CE88F8F294}" presName="text3" presStyleLbl="revTx" presStyleIdx="5" presStyleCnt="6" custScaleY="74713" custLinFactX="-72191" custLinFactNeighborX="-100000" custLinFactNeighborY="-18035">
        <dgm:presLayoutVars>
          <dgm:chPref val="3"/>
        </dgm:presLayoutVars>
      </dgm:prSet>
      <dgm:spPr/>
    </dgm:pt>
    <dgm:pt modelId="{8976ECB2-7035-4BD6-AD9B-4665D4568524}" type="pres">
      <dgm:prSet presAssocID="{DFC04BD2-A6A9-440E-95BE-67CE88F8F294}" presName="hierChild4" presStyleCnt="0"/>
      <dgm:spPr/>
    </dgm:pt>
  </dgm:ptLst>
  <dgm:cxnLst>
    <dgm:cxn modelId="{E3086210-E87C-478E-83FB-31D3BB2DD220}" srcId="{B7F390D5-302B-4E69-9960-FC6E4DA519ED}" destId="{2AEBA7DE-1706-4C14-BBD0-B3FFF91C3970}" srcOrd="0" destOrd="0" parTransId="{740B38A3-7300-4D7B-8F48-D1351C81E49B}" sibTransId="{BE601A67-6AC3-4262-AAA6-14DEB545C15F}"/>
    <dgm:cxn modelId="{F2E5FA15-BE1C-4418-97A4-2A164B4AF7C0}" type="presOf" srcId="{F1BF7209-2458-4044-BB97-FE1807D2A402}" destId="{F85190AA-86CA-4D6B-89FE-13BC2AD577DA}" srcOrd="0" destOrd="0" presId="urn:microsoft.com/office/officeart/2009/layout/CirclePictureHierarchy"/>
    <dgm:cxn modelId="{25D84924-B245-4A51-B084-7A75953E66FF}" type="presOf" srcId="{740B38A3-7300-4D7B-8F48-D1351C81E49B}" destId="{582D2FEE-FF65-471A-B1E4-4F1511FDD9D3}" srcOrd="0" destOrd="0" presId="urn:microsoft.com/office/officeart/2009/layout/CirclePictureHierarchy"/>
    <dgm:cxn modelId="{E0CFF82A-B9D8-4F0B-978C-D6C7DFA5DD19}" srcId="{2024AE9D-7F52-41C8-B774-41D72E4A6670}" destId="{DFC04BD2-A6A9-440E-95BE-67CE88F8F294}" srcOrd="0" destOrd="0" parTransId="{BB95CD73-FC32-4CDA-975C-43BF1AA85DAC}" sibTransId="{2ACF4520-6A9F-41BF-B6D4-128BEFA63A28}"/>
    <dgm:cxn modelId="{B4F41260-16BC-4305-B88B-22B0A0D2784E}" type="presOf" srcId="{D38C875A-72BD-46A9-BC7A-3B738BEFC079}" destId="{6B17375A-9704-4454-85E3-C796552126C1}" srcOrd="0" destOrd="0" presId="urn:microsoft.com/office/officeart/2009/layout/CirclePictureHierarchy"/>
    <dgm:cxn modelId="{F6F40B62-1ED9-4B39-8670-6254435A8DB1}" srcId="{B7F390D5-302B-4E69-9960-FC6E4DA519ED}" destId="{57FB4F47-3FD3-4D29-A0F1-42FA614894D5}" srcOrd="1" destOrd="0" parTransId="{B97208B7-9D51-4B12-A2B0-9E887930307B}" sibTransId="{F52296DF-C9B3-4737-8EE4-89F49C21D168}"/>
    <dgm:cxn modelId="{AB6E1D63-31A3-4C7D-BCB9-44554EA577EA}" srcId="{B7F390D5-302B-4E69-9960-FC6E4DA519ED}" destId="{2024AE9D-7F52-41C8-B774-41D72E4A6670}" srcOrd="2" destOrd="0" parTransId="{D38C875A-72BD-46A9-BC7A-3B738BEFC079}" sibTransId="{99DEC15D-4B08-42D5-BB75-A2F992A9A793}"/>
    <dgm:cxn modelId="{E375B066-4B78-47D5-8D2B-1836D9D79988}" type="presOf" srcId="{2024AE9D-7F52-41C8-B774-41D72E4A6670}" destId="{D900EDDF-85DA-40DB-808F-643E94FB323D}" srcOrd="0" destOrd="0" presId="urn:microsoft.com/office/officeart/2009/layout/CirclePictureHierarchy"/>
    <dgm:cxn modelId="{9F5DB172-E35A-444C-BAA3-B1837481B7C8}" srcId="{2AEBA7DE-1706-4C14-BBD0-B3FFF91C3970}" destId="{FCAF82DC-744D-422B-9561-CBB6ADAD6FE2}" srcOrd="0" destOrd="0" parTransId="{F1BF7209-2458-4044-BB97-FE1807D2A402}" sibTransId="{E90062F3-D552-41CD-86E5-CD9A2E33EB9D}"/>
    <dgm:cxn modelId="{B17F937D-EEEC-46F3-8748-2ADCF0C53116}" type="presOf" srcId="{B97208B7-9D51-4B12-A2B0-9E887930307B}" destId="{7B43E7EC-2119-4DBF-AA9F-8A6CD0A03A8A}" srcOrd="0" destOrd="0" presId="urn:microsoft.com/office/officeart/2009/layout/CirclePictureHierarchy"/>
    <dgm:cxn modelId="{03ADCE7F-3D1F-4F0C-AC5F-D0D585B4C2F2}" type="presOf" srcId="{2AEBA7DE-1706-4C14-BBD0-B3FFF91C3970}" destId="{3FB714FE-9EB1-48D6-A6F9-E445778C2976}" srcOrd="0" destOrd="0" presId="urn:microsoft.com/office/officeart/2009/layout/CirclePictureHierarchy"/>
    <dgm:cxn modelId="{83FD6CA2-624F-4F48-B9E4-CF74F676214A}" type="presOf" srcId="{DFC04BD2-A6A9-440E-95BE-67CE88F8F294}" destId="{0B9F5E7C-DE6F-41EE-9149-ECF7B76726DC}" srcOrd="0" destOrd="0" presId="urn:microsoft.com/office/officeart/2009/layout/CirclePictureHierarchy"/>
    <dgm:cxn modelId="{72B74ED7-F90C-4E8F-B44D-F827ECEDE33D}" type="presOf" srcId="{FCAF82DC-744D-422B-9561-CBB6ADAD6FE2}" destId="{7F904F85-4AC7-4463-A1F9-5F9BD419EA03}" srcOrd="0" destOrd="0" presId="urn:microsoft.com/office/officeart/2009/layout/CirclePictureHierarchy"/>
    <dgm:cxn modelId="{F2A935E8-9FC1-4E49-83D5-DF87D14B0522}" type="presOf" srcId="{57FB4F47-3FD3-4D29-A0F1-42FA614894D5}" destId="{782FC2C9-B43E-4E2D-B913-9DE7417046BE}" srcOrd="0" destOrd="0" presId="urn:microsoft.com/office/officeart/2009/layout/CirclePictureHierarchy"/>
    <dgm:cxn modelId="{ADDC6DEA-4106-4807-8053-EA02286CAB0C}" type="presOf" srcId="{BB95CD73-FC32-4CDA-975C-43BF1AA85DAC}" destId="{BFD14D09-AADB-4EA6-AC67-0E7C79F5BEC0}" srcOrd="0" destOrd="0" presId="urn:microsoft.com/office/officeart/2009/layout/CirclePictureHierarchy"/>
    <dgm:cxn modelId="{57B517F7-0933-4899-B3D7-D933206B3B6B}" type="presOf" srcId="{B7F390D5-302B-4E69-9960-FC6E4DA519ED}" destId="{E0789D31-FC0A-4EFD-BEB0-2B33A398EB32}" srcOrd="0" destOrd="0" presId="urn:microsoft.com/office/officeart/2009/layout/CirclePictureHierarchy"/>
    <dgm:cxn modelId="{3ED8CFF7-BC2F-4936-B37A-97591AE9FCDD}" srcId="{AEAE7928-3FA1-4060-8603-08941467B531}" destId="{B7F390D5-302B-4E69-9960-FC6E4DA519ED}" srcOrd="0" destOrd="0" parTransId="{7C4A0924-9DE2-4824-A329-93C9362CCAA0}" sibTransId="{7F7A2720-63B9-4D6E-ACED-56AC9EB14ABF}"/>
    <dgm:cxn modelId="{E2F055FB-63DD-4014-A438-E12F627EE6FA}" type="presOf" srcId="{AEAE7928-3FA1-4060-8603-08941467B531}" destId="{1325ABFF-6427-45AC-A02A-A3C86DE8613F}" srcOrd="0" destOrd="0" presId="urn:microsoft.com/office/officeart/2009/layout/CirclePictureHierarchy"/>
    <dgm:cxn modelId="{E9A27A1E-1250-47B2-9DC2-6D4689485AA1}" type="presParOf" srcId="{1325ABFF-6427-45AC-A02A-A3C86DE8613F}" destId="{4DAA3493-F8BD-4846-AA90-785E287AA560}" srcOrd="0" destOrd="0" presId="urn:microsoft.com/office/officeart/2009/layout/CirclePictureHierarchy"/>
    <dgm:cxn modelId="{F7EF5EAE-EB9B-43B1-BC03-7E9ABE26621F}" type="presParOf" srcId="{4DAA3493-F8BD-4846-AA90-785E287AA560}" destId="{A54418E1-140F-4858-A206-349BC39F5EA6}" srcOrd="0" destOrd="0" presId="urn:microsoft.com/office/officeart/2009/layout/CirclePictureHierarchy"/>
    <dgm:cxn modelId="{CAFDB13F-0E6F-4BCB-9BE8-985348A5340A}" type="presParOf" srcId="{A54418E1-140F-4858-A206-349BC39F5EA6}" destId="{4CAE3669-5FA6-497E-92AD-859CD0BCAF17}" srcOrd="0" destOrd="0" presId="urn:microsoft.com/office/officeart/2009/layout/CirclePictureHierarchy"/>
    <dgm:cxn modelId="{80DCDEF8-0C2D-486F-A642-DC1CCE995035}" type="presParOf" srcId="{A54418E1-140F-4858-A206-349BC39F5EA6}" destId="{E0789D31-FC0A-4EFD-BEB0-2B33A398EB32}" srcOrd="1" destOrd="0" presId="urn:microsoft.com/office/officeart/2009/layout/CirclePictureHierarchy"/>
    <dgm:cxn modelId="{7D62258B-2AA3-4F12-8282-A8DF70EBBF27}" type="presParOf" srcId="{4DAA3493-F8BD-4846-AA90-785E287AA560}" destId="{BAF4FDAD-9BBD-471D-BE3E-812DC8751E46}" srcOrd="1" destOrd="0" presId="urn:microsoft.com/office/officeart/2009/layout/CirclePictureHierarchy"/>
    <dgm:cxn modelId="{BDBFDD14-4553-4BC5-9FA9-05385F0710D0}" type="presParOf" srcId="{BAF4FDAD-9BBD-471D-BE3E-812DC8751E46}" destId="{582D2FEE-FF65-471A-B1E4-4F1511FDD9D3}" srcOrd="0" destOrd="0" presId="urn:microsoft.com/office/officeart/2009/layout/CirclePictureHierarchy"/>
    <dgm:cxn modelId="{0F07434C-91E1-4842-8849-88DDAD6C7A6C}" type="presParOf" srcId="{BAF4FDAD-9BBD-471D-BE3E-812DC8751E46}" destId="{0BF1D9EF-1363-4245-99A8-8758C59BE605}" srcOrd="1" destOrd="0" presId="urn:microsoft.com/office/officeart/2009/layout/CirclePictureHierarchy"/>
    <dgm:cxn modelId="{AA25793A-714A-42C7-B44D-CC962C65F2F4}" type="presParOf" srcId="{0BF1D9EF-1363-4245-99A8-8758C59BE605}" destId="{F2164FF0-0F98-4B32-817B-1EA3563F454A}" srcOrd="0" destOrd="0" presId="urn:microsoft.com/office/officeart/2009/layout/CirclePictureHierarchy"/>
    <dgm:cxn modelId="{724E8211-0B1C-4D37-9EBE-75CA355A5893}" type="presParOf" srcId="{F2164FF0-0F98-4B32-817B-1EA3563F454A}" destId="{DC557F9C-A6FD-403A-9F0B-60743BC53D3F}" srcOrd="0" destOrd="0" presId="urn:microsoft.com/office/officeart/2009/layout/CirclePictureHierarchy"/>
    <dgm:cxn modelId="{269EEB20-564A-4A65-BD39-821A6750FD56}" type="presParOf" srcId="{F2164FF0-0F98-4B32-817B-1EA3563F454A}" destId="{3FB714FE-9EB1-48D6-A6F9-E445778C2976}" srcOrd="1" destOrd="0" presId="urn:microsoft.com/office/officeart/2009/layout/CirclePictureHierarchy"/>
    <dgm:cxn modelId="{2C8F617A-2867-4EAC-9486-772F6DF2BF4A}" type="presParOf" srcId="{0BF1D9EF-1363-4245-99A8-8758C59BE605}" destId="{4C4DA4FE-C339-422C-A31E-8CE540754305}" srcOrd="1" destOrd="0" presId="urn:microsoft.com/office/officeart/2009/layout/CirclePictureHierarchy"/>
    <dgm:cxn modelId="{4791F0EF-DE2A-4F11-9D36-49A4F02299F0}" type="presParOf" srcId="{4C4DA4FE-C339-422C-A31E-8CE540754305}" destId="{F85190AA-86CA-4D6B-89FE-13BC2AD577DA}" srcOrd="0" destOrd="0" presId="urn:microsoft.com/office/officeart/2009/layout/CirclePictureHierarchy"/>
    <dgm:cxn modelId="{DF1BFAC1-6478-4B68-8DC6-4309FA01633D}" type="presParOf" srcId="{4C4DA4FE-C339-422C-A31E-8CE540754305}" destId="{5C23A25A-76DA-4904-80F3-31EF287924AC}" srcOrd="1" destOrd="0" presId="urn:microsoft.com/office/officeart/2009/layout/CirclePictureHierarchy"/>
    <dgm:cxn modelId="{69ECF6C7-A938-4B39-AD8A-1B6CAF97C3F2}" type="presParOf" srcId="{5C23A25A-76DA-4904-80F3-31EF287924AC}" destId="{886D680B-DB0C-4C9B-8B6C-D92CF4AE6ED9}" srcOrd="0" destOrd="0" presId="urn:microsoft.com/office/officeart/2009/layout/CirclePictureHierarchy"/>
    <dgm:cxn modelId="{824D116A-CA1E-4F87-A1F0-2D090A5256A8}" type="presParOf" srcId="{886D680B-DB0C-4C9B-8B6C-D92CF4AE6ED9}" destId="{850F7DA8-6DAD-4CA8-9BA2-C9BD86875747}" srcOrd="0" destOrd="0" presId="urn:microsoft.com/office/officeart/2009/layout/CirclePictureHierarchy"/>
    <dgm:cxn modelId="{7D78D152-4A64-4585-83FD-8046C15D14BE}" type="presParOf" srcId="{886D680B-DB0C-4C9B-8B6C-D92CF4AE6ED9}" destId="{7F904F85-4AC7-4463-A1F9-5F9BD419EA03}" srcOrd="1" destOrd="0" presId="urn:microsoft.com/office/officeart/2009/layout/CirclePictureHierarchy"/>
    <dgm:cxn modelId="{278199C6-6BB6-4656-9042-D6ABD96FDBC8}" type="presParOf" srcId="{5C23A25A-76DA-4904-80F3-31EF287924AC}" destId="{8A2EA9B8-72B3-408F-9D5F-A562E56DD2C5}" srcOrd="1" destOrd="0" presId="urn:microsoft.com/office/officeart/2009/layout/CirclePictureHierarchy"/>
    <dgm:cxn modelId="{34B6BDDE-77D1-44A7-AEE4-B960E0996582}" type="presParOf" srcId="{BAF4FDAD-9BBD-471D-BE3E-812DC8751E46}" destId="{7B43E7EC-2119-4DBF-AA9F-8A6CD0A03A8A}" srcOrd="2" destOrd="0" presId="urn:microsoft.com/office/officeart/2009/layout/CirclePictureHierarchy"/>
    <dgm:cxn modelId="{92308FC8-81FF-4029-A4B1-A4DBA3AD9EC8}" type="presParOf" srcId="{BAF4FDAD-9BBD-471D-BE3E-812DC8751E46}" destId="{4FBC59E4-6F87-4FEA-898E-35E8BCCC4AFD}" srcOrd="3" destOrd="0" presId="urn:microsoft.com/office/officeart/2009/layout/CirclePictureHierarchy"/>
    <dgm:cxn modelId="{8BCE0DC2-D803-4E4F-AC10-4EA75ABA13C0}" type="presParOf" srcId="{4FBC59E4-6F87-4FEA-898E-35E8BCCC4AFD}" destId="{EEE8BBB9-D298-45AC-9696-02672D57A2CB}" srcOrd="0" destOrd="0" presId="urn:microsoft.com/office/officeart/2009/layout/CirclePictureHierarchy"/>
    <dgm:cxn modelId="{60D91E46-00EB-4572-AC3F-57C87E2CD379}" type="presParOf" srcId="{EEE8BBB9-D298-45AC-9696-02672D57A2CB}" destId="{66839DE6-34D3-4A6A-A36A-196F05ED817A}" srcOrd="0" destOrd="0" presId="urn:microsoft.com/office/officeart/2009/layout/CirclePictureHierarchy"/>
    <dgm:cxn modelId="{862453F1-1334-433A-88DE-B6E24C27A6E0}" type="presParOf" srcId="{EEE8BBB9-D298-45AC-9696-02672D57A2CB}" destId="{782FC2C9-B43E-4E2D-B913-9DE7417046BE}" srcOrd="1" destOrd="0" presId="urn:microsoft.com/office/officeart/2009/layout/CirclePictureHierarchy"/>
    <dgm:cxn modelId="{08571442-A408-4B99-9273-7CD9C5A70543}" type="presParOf" srcId="{4FBC59E4-6F87-4FEA-898E-35E8BCCC4AFD}" destId="{3EF5AC55-01C9-4CE5-A803-47723792C221}" srcOrd="1" destOrd="0" presId="urn:microsoft.com/office/officeart/2009/layout/CirclePictureHierarchy"/>
    <dgm:cxn modelId="{C32EA4F2-EA3B-4B15-8826-9A61E14AF2B4}" type="presParOf" srcId="{BAF4FDAD-9BBD-471D-BE3E-812DC8751E46}" destId="{6B17375A-9704-4454-85E3-C796552126C1}" srcOrd="4" destOrd="0" presId="urn:microsoft.com/office/officeart/2009/layout/CirclePictureHierarchy"/>
    <dgm:cxn modelId="{24C8CCB6-B098-4CF1-B647-F77F747EB4B6}" type="presParOf" srcId="{BAF4FDAD-9BBD-471D-BE3E-812DC8751E46}" destId="{96E418F9-45BA-4C54-A36B-9AB853C914EE}" srcOrd="5" destOrd="0" presId="urn:microsoft.com/office/officeart/2009/layout/CirclePictureHierarchy"/>
    <dgm:cxn modelId="{F1B69EB6-AFF0-47AD-A04C-176ECBE5531E}" type="presParOf" srcId="{96E418F9-45BA-4C54-A36B-9AB853C914EE}" destId="{0DE9E496-EE3D-4174-82FF-99B5FCDF1228}" srcOrd="0" destOrd="0" presId="urn:microsoft.com/office/officeart/2009/layout/CirclePictureHierarchy"/>
    <dgm:cxn modelId="{2CDE6D12-47BB-45ED-92C9-F6335ADD7169}" type="presParOf" srcId="{0DE9E496-EE3D-4174-82FF-99B5FCDF1228}" destId="{9162B2DB-47AF-4854-A7AA-55DAC90F7846}" srcOrd="0" destOrd="0" presId="urn:microsoft.com/office/officeart/2009/layout/CirclePictureHierarchy"/>
    <dgm:cxn modelId="{4DD425F2-A118-4D1E-B115-57D5377349BF}" type="presParOf" srcId="{0DE9E496-EE3D-4174-82FF-99B5FCDF1228}" destId="{D900EDDF-85DA-40DB-808F-643E94FB323D}" srcOrd="1" destOrd="0" presId="urn:microsoft.com/office/officeart/2009/layout/CirclePictureHierarchy"/>
    <dgm:cxn modelId="{44BAAC38-8DB8-462C-8446-E0E789B72E61}" type="presParOf" srcId="{96E418F9-45BA-4C54-A36B-9AB853C914EE}" destId="{FC05F856-0420-4D53-9ED0-7FD152E50A81}" srcOrd="1" destOrd="0" presId="urn:microsoft.com/office/officeart/2009/layout/CirclePictureHierarchy"/>
    <dgm:cxn modelId="{B21D87AE-ECA6-4002-877D-B9B6E0781ADA}" type="presParOf" srcId="{FC05F856-0420-4D53-9ED0-7FD152E50A81}" destId="{BFD14D09-AADB-4EA6-AC67-0E7C79F5BEC0}" srcOrd="0" destOrd="0" presId="urn:microsoft.com/office/officeart/2009/layout/CirclePictureHierarchy"/>
    <dgm:cxn modelId="{937E4DDF-C7BA-482A-8FE1-F5A33D47ED0B}" type="presParOf" srcId="{FC05F856-0420-4D53-9ED0-7FD152E50A81}" destId="{8BEAA235-1797-4907-8BF2-2F766E3311D6}" srcOrd="1" destOrd="0" presId="urn:microsoft.com/office/officeart/2009/layout/CirclePictureHierarchy"/>
    <dgm:cxn modelId="{6E53104F-416D-4CDE-9EE9-002AA60B41FD}" type="presParOf" srcId="{8BEAA235-1797-4907-8BF2-2F766E3311D6}" destId="{2A4A0872-B87B-48BB-8684-9C1869BA86C4}" srcOrd="0" destOrd="0" presId="urn:microsoft.com/office/officeart/2009/layout/CirclePictureHierarchy"/>
    <dgm:cxn modelId="{51950DDC-6AF4-496C-9C1C-CDC7D9F5CA57}" type="presParOf" srcId="{2A4A0872-B87B-48BB-8684-9C1869BA86C4}" destId="{3EB15103-7886-4742-B60D-20AFBFA77455}" srcOrd="0" destOrd="0" presId="urn:microsoft.com/office/officeart/2009/layout/CirclePictureHierarchy"/>
    <dgm:cxn modelId="{3D8A9158-A3EC-466A-ACE5-E68327C0F5E9}" type="presParOf" srcId="{2A4A0872-B87B-48BB-8684-9C1869BA86C4}" destId="{0B9F5E7C-DE6F-41EE-9149-ECF7B76726DC}" srcOrd="1" destOrd="0" presId="urn:microsoft.com/office/officeart/2009/layout/CirclePictureHierarchy"/>
    <dgm:cxn modelId="{0317542B-E89B-4E0F-BE67-4D26BCEA4137}" type="presParOf" srcId="{8BEAA235-1797-4907-8BF2-2F766E3311D6}" destId="{8976ECB2-7035-4BD6-AD9B-4665D4568524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14D09-AADB-4EA6-AC67-0E7C79F5BEC0}">
      <dsp:nvSpPr>
        <dsp:cNvPr id="0" name=""/>
        <dsp:cNvSpPr/>
      </dsp:nvSpPr>
      <dsp:spPr>
        <a:xfrm>
          <a:off x="7986728" y="3349829"/>
          <a:ext cx="91440" cy="867052"/>
        </a:xfrm>
        <a:custGeom>
          <a:avLst/>
          <a:gdLst/>
          <a:ahLst/>
          <a:cxnLst/>
          <a:rect l="0" t="0" r="0" b="0"/>
          <a:pathLst>
            <a:path>
              <a:moveTo>
                <a:pt x="49049" y="0"/>
              </a:moveTo>
              <a:lnTo>
                <a:pt x="49049" y="610323"/>
              </a:lnTo>
              <a:lnTo>
                <a:pt x="45720" y="610323"/>
              </a:lnTo>
              <a:lnTo>
                <a:pt x="45720" y="8670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7375A-9704-4454-85E3-C796552126C1}">
      <dsp:nvSpPr>
        <dsp:cNvPr id="0" name=""/>
        <dsp:cNvSpPr/>
      </dsp:nvSpPr>
      <dsp:spPr>
        <a:xfrm>
          <a:off x="5775133" y="1590504"/>
          <a:ext cx="2260644" cy="683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6292"/>
              </a:lnTo>
              <a:lnTo>
                <a:pt x="2260644" y="426292"/>
              </a:lnTo>
              <a:lnTo>
                <a:pt x="2260644" y="6830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3E7EC-2119-4DBF-AA9F-8A6CD0A03A8A}">
      <dsp:nvSpPr>
        <dsp:cNvPr id="0" name=""/>
        <dsp:cNvSpPr/>
      </dsp:nvSpPr>
      <dsp:spPr>
        <a:xfrm>
          <a:off x="5775133" y="1544784"/>
          <a:ext cx="38564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56415" y="45720"/>
              </a:lnTo>
              <a:lnTo>
                <a:pt x="3856415" y="870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5190AA-86CA-4D6B-89FE-13BC2AD577DA}">
      <dsp:nvSpPr>
        <dsp:cNvPr id="0" name=""/>
        <dsp:cNvSpPr/>
      </dsp:nvSpPr>
      <dsp:spPr>
        <a:xfrm>
          <a:off x="2998877" y="3474497"/>
          <a:ext cx="91440" cy="582432"/>
        </a:xfrm>
        <a:custGeom>
          <a:avLst/>
          <a:gdLst/>
          <a:ahLst/>
          <a:cxnLst/>
          <a:rect l="0" t="0" r="0" b="0"/>
          <a:pathLst>
            <a:path>
              <a:moveTo>
                <a:pt x="120072" y="0"/>
              </a:moveTo>
              <a:lnTo>
                <a:pt x="120072" y="325704"/>
              </a:lnTo>
              <a:lnTo>
                <a:pt x="45720" y="325704"/>
              </a:lnTo>
              <a:lnTo>
                <a:pt x="45720" y="58243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2D2FEE-FF65-471A-B1E4-4F1511FDD9D3}">
      <dsp:nvSpPr>
        <dsp:cNvPr id="0" name=""/>
        <dsp:cNvSpPr/>
      </dsp:nvSpPr>
      <dsp:spPr>
        <a:xfrm>
          <a:off x="3118950" y="1590504"/>
          <a:ext cx="2656183" cy="684836"/>
        </a:xfrm>
        <a:custGeom>
          <a:avLst/>
          <a:gdLst/>
          <a:ahLst/>
          <a:cxnLst/>
          <a:rect l="0" t="0" r="0" b="0"/>
          <a:pathLst>
            <a:path>
              <a:moveTo>
                <a:pt x="2656183" y="0"/>
              </a:moveTo>
              <a:lnTo>
                <a:pt x="2656183" y="428108"/>
              </a:lnTo>
              <a:lnTo>
                <a:pt x="0" y="428108"/>
              </a:lnTo>
              <a:lnTo>
                <a:pt x="0" y="68483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AE3669-5FA6-497E-92AD-859CD0BCAF17}">
      <dsp:nvSpPr>
        <dsp:cNvPr id="0" name=""/>
        <dsp:cNvSpPr/>
      </dsp:nvSpPr>
      <dsp:spPr>
        <a:xfrm>
          <a:off x="5244785" y="510502"/>
          <a:ext cx="1060695" cy="108000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6000" b="-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89D31-FC0A-4EFD-BEB0-2B33A398EB32}">
      <dsp:nvSpPr>
        <dsp:cNvPr id="0" name=""/>
        <dsp:cNvSpPr/>
      </dsp:nvSpPr>
      <dsp:spPr>
        <a:xfrm>
          <a:off x="3460214" y="245074"/>
          <a:ext cx="3555915" cy="1643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REFERENTE SCIENTIFIQUE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ET TECHNIQUE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Région RA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Marco COSTA PEREIRA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Portable: 06 98 70 87 27 </a:t>
          </a:r>
        </a:p>
      </dsp:txBody>
      <dsp:txXfrm>
        <a:off x="3460214" y="245074"/>
        <a:ext cx="3555915" cy="1643062"/>
      </dsp:txXfrm>
    </dsp:sp>
    <dsp:sp modelId="{DC557F9C-A6FD-403A-9F0B-60743BC53D3F}">
      <dsp:nvSpPr>
        <dsp:cNvPr id="0" name=""/>
        <dsp:cNvSpPr/>
      </dsp:nvSpPr>
      <dsp:spPr>
        <a:xfrm>
          <a:off x="2439527" y="2275340"/>
          <a:ext cx="1358845" cy="1199156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714FE-9EB1-48D6-A6F9-E445778C2976}">
      <dsp:nvSpPr>
        <dsp:cNvPr id="0" name=""/>
        <dsp:cNvSpPr/>
      </dsp:nvSpPr>
      <dsp:spPr>
        <a:xfrm>
          <a:off x="496310" y="2264389"/>
          <a:ext cx="2362756" cy="1170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CHEF DE SECTION LABORATOIRE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Agences RHONE AIN LOIRE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Sylvain LHOPITAL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Portable: 06 82 65 53 22</a:t>
          </a:r>
        </a:p>
      </dsp:txBody>
      <dsp:txXfrm>
        <a:off x="496310" y="2264389"/>
        <a:ext cx="2362756" cy="1170813"/>
      </dsp:txXfrm>
    </dsp:sp>
    <dsp:sp modelId="{850F7DA8-6DAD-4CA8-9BA2-C9BD86875747}">
      <dsp:nvSpPr>
        <dsp:cNvPr id="0" name=""/>
        <dsp:cNvSpPr/>
      </dsp:nvSpPr>
      <dsp:spPr>
        <a:xfrm>
          <a:off x="2448437" y="4056929"/>
          <a:ext cx="1192321" cy="126006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04F85-4AC7-4463-A1F9-5F9BD419EA03}">
      <dsp:nvSpPr>
        <dsp:cNvPr id="0" name=""/>
        <dsp:cNvSpPr/>
      </dsp:nvSpPr>
      <dsp:spPr>
        <a:xfrm>
          <a:off x="433138" y="4128780"/>
          <a:ext cx="2474057" cy="1149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TECHNICIEN DE LABORATOIRE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Agence RHONE AIN LOIRE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Frédéric MONTET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Portable: 06 16 05 67 94</a:t>
          </a:r>
        </a:p>
      </dsp:txBody>
      <dsp:txXfrm>
        <a:off x="433138" y="4128780"/>
        <a:ext cx="2474057" cy="1149289"/>
      </dsp:txXfrm>
    </dsp:sp>
    <dsp:sp modelId="{66839DE6-34D3-4A6A-A36A-196F05ED817A}">
      <dsp:nvSpPr>
        <dsp:cNvPr id="0" name=""/>
        <dsp:cNvSpPr/>
      </dsp:nvSpPr>
      <dsp:spPr>
        <a:xfrm>
          <a:off x="9047021" y="1631785"/>
          <a:ext cx="1169055" cy="1077881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4000" b="-1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FC2C9-B43E-4E2D-B913-9DE7417046BE}">
      <dsp:nvSpPr>
        <dsp:cNvPr id="0" name=""/>
        <dsp:cNvSpPr/>
      </dsp:nvSpPr>
      <dsp:spPr>
        <a:xfrm>
          <a:off x="10190062" y="1631523"/>
          <a:ext cx="1980720" cy="1168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ASSISTANTE RST Alternante</a:t>
          </a: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Région RA </a:t>
          </a: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fr-FR" sz="1100" b="1" kern="1200" dirty="0"/>
            <a:t>Clara RIGO </a:t>
          </a: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fr-FR" sz="1100" b="1" kern="1200" dirty="0"/>
            <a:t>Portable: 06 58 61 65 27</a:t>
          </a:r>
        </a:p>
        <a:p>
          <a:pPr marL="0"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500" kern="1200" dirty="0"/>
        </a:p>
      </dsp:txBody>
      <dsp:txXfrm>
        <a:off x="10190062" y="1631523"/>
        <a:ext cx="1980720" cy="1168085"/>
      </dsp:txXfrm>
    </dsp:sp>
    <dsp:sp modelId="{9162B2DB-47AF-4854-A7AA-55DAC90F7846}">
      <dsp:nvSpPr>
        <dsp:cNvPr id="0" name=""/>
        <dsp:cNvSpPr/>
      </dsp:nvSpPr>
      <dsp:spPr>
        <a:xfrm>
          <a:off x="7444932" y="2273525"/>
          <a:ext cx="1181690" cy="107630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0EDDF-85DA-40DB-808F-643E94FB323D}">
      <dsp:nvSpPr>
        <dsp:cNvPr id="0" name=""/>
        <dsp:cNvSpPr/>
      </dsp:nvSpPr>
      <dsp:spPr>
        <a:xfrm>
          <a:off x="5431790" y="2131638"/>
          <a:ext cx="2256655" cy="1334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CHEFFE DE SECTION LABORATOIRE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Agence AUVERGNE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Christelle CHADEYRAS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Portable: 06 32 65 78 32</a:t>
          </a:r>
        </a:p>
      </dsp:txBody>
      <dsp:txXfrm>
        <a:off x="5431790" y="2131638"/>
        <a:ext cx="2256655" cy="1334446"/>
      </dsp:txXfrm>
    </dsp:sp>
    <dsp:sp modelId="{3EB15103-7886-4742-B60D-20AFBFA77455}">
      <dsp:nvSpPr>
        <dsp:cNvPr id="0" name=""/>
        <dsp:cNvSpPr/>
      </dsp:nvSpPr>
      <dsp:spPr>
        <a:xfrm>
          <a:off x="7441759" y="4216881"/>
          <a:ext cx="1181378" cy="1251553"/>
        </a:xfrm>
        <a:prstGeom prst="ellipse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7000" r="-2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F5E7C-DE6F-41EE-9149-ECF7B76726DC}">
      <dsp:nvSpPr>
        <dsp:cNvPr id="0" name=""/>
        <dsp:cNvSpPr/>
      </dsp:nvSpPr>
      <dsp:spPr>
        <a:xfrm>
          <a:off x="5482489" y="4095500"/>
          <a:ext cx="2464593" cy="1227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TECHNICIEN DE LABORATOIRE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dirty="0"/>
            <a:t>Agence AUVERGNE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Jérémy DECHEVRE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Portable: 06 16 89 68 63</a:t>
          </a:r>
        </a:p>
      </dsp:txBody>
      <dsp:txXfrm>
        <a:off x="5482489" y="4095500"/>
        <a:ext cx="2464593" cy="12275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3076575" cy="512763"/>
          </a:xfrm>
          <a:prstGeom prst="rect">
            <a:avLst/>
          </a:prstGeom>
        </p:spPr>
        <p:txBody>
          <a:bodyPr vert="horz" lIns="88409" tIns="44204" rIns="88409" bIns="44204" rtlCol="0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143" y="5"/>
            <a:ext cx="3076575" cy="512763"/>
          </a:xfrm>
          <a:prstGeom prst="rect">
            <a:avLst/>
          </a:prstGeom>
        </p:spPr>
        <p:txBody>
          <a:bodyPr vert="horz" lIns="88409" tIns="44204" rIns="88409" bIns="44204" rtlCol="0"/>
          <a:lstStyle>
            <a:lvl1pPr algn="r">
              <a:defRPr sz="1100"/>
            </a:lvl1pPr>
          </a:lstStyle>
          <a:p>
            <a:fld id="{21F8C56E-BC64-46F3-ABA5-AB3096271D9C}" type="datetime1">
              <a:rPr lang="fr-FR" smtClean="0"/>
              <a:t>08/04/2026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1856"/>
            <a:ext cx="3076575" cy="512763"/>
          </a:xfrm>
          <a:prstGeom prst="rect">
            <a:avLst/>
          </a:prstGeom>
        </p:spPr>
        <p:txBody>
          <a:bodyPr vert="horz" lIns="88409" tIns="44204" rIns="88409" bIns="44204" rtlCol="0" anchor="b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143" y="9721856"/>
            <a:ext cx="3076575" cy="512763"/>
          </a:xfrm>
          <a:prstGeom prst="rect">
            <a:avLst/>
          </a:prstGeom>
        </p:spPr>
        <p:txBody>
          <a:bodyPr vert="horz" lIns="88409" tIns="44204" rIns="88409" bIns="44204" rtlCol="0" anchor="b"/>
          <a:lstStyle>
            <a:lvl1pPr algn="r">
              <a:defRPr sz="1100"/>
            </a:lvl1pPr>
          </a:lstStyle>
          <a:p>
            <a:fld id="{A3CE8F89-9932-4FEB-B6F9-CD7A97FE83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639868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3076575" cy="512763"/>
          </a:xfrm>
          <a:prstGeom prst="rect">
            <a:avLst/>
          </a:prstGeom>
        </p:spPr>
        <p:txBody>
          <a:bodyPr vert="horz" lIns="88409" tIns="44204" rIns="88409" bIns="44204" rtlCol="0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43" y="5"/>
            <a:ext cx="3076575" cy="512763"/>
          </a:xfrm>
          <a:prstGeom prst="rect">
            <a:avLst/>
          </a:prstGeom>
        </p:spPr>
        <p:txBody>
          <a:bodyPr vert="horz" lIns="88409" tIns="44204" rIns="88409" bIns="44204" rtlCol="0"/>
          <a:lstStyle>
            <a:lvl1pPr algn="r">
              <a:defRPr sz="1100"/>
            </a:lvl1pPr>
          </a:lstStyle>
          <a:p>
            <a:fld id="{8D4F9512-BC36-406B-9D87-3B70A4C62267}" type="datetime1">
              <a:rPr lang="fr-FR" smtClean="0"/>
              <a:t>08/04/2026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4188" y="1282700"/>
            <a:ext cx="6130925" cy="3448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409" tIns="44204" rIns="88409" bIns="44204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9616" y="4926014"/>
            <a:ext cx="5680074" cy="4029075"/>
          </a:xfrm>
          <a:prstGeom prst="rect">
            <a:avLst/>
          </a:prstGeom>
        </p:spPr>
        <p:txBody>
          <a:bodyPr vert="horz" lIns="88409" tIns="44204" rIns="88409" bIns="44204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1856"/>
            <a:ext cx="3076575" cy="512763"/>
          </a:xfrm>
          <a:prstGeom prst="rect">
            <a:avLst/>
          </a:prstGeom>
        </p:spPr>
        <p:txBody>
          <a:bodyPr vert="horz" lIns="88409" tIns="44204" rIns="88409" bIns="44204" rtlCol="0" anchor="b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43" y="9721856"/>
            <a:ext cx="3076575" cy="512763"/>
          </a:xfrm>
          <a:prstGeom prst="rect">
            <a:avLst/>
          </a:prstGeom>
        </p:spPr>
        <p:txBody>
          <a:bodyPr vert="horz" lIns="88409" tIns="44204" rIns="88409" bIns="44204" rtlCol="0" anchor="b"/>
          <a:lstStyle>
            <a:lvl1pPr algn="r">
              <a:defRPr sz="1100"/>
            </a:lvl1pPr>
          </a:lstStyle>
          <a:p>
            <a:fld id="{743877BE-05D4-4017-9F02-BFC22FFDC5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3244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4F9512-BC36-406B-9D87-3B70A4C62267}" type="datetime1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3877BE-05D4-4017-9F02-BFC22FFDC5D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787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42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431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3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76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14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6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12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86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55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34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435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E3682-5385-4FC1-9EEF-21AB5C93D2BF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B36B3-BD0F-4F7F-A9CB-0934BEB10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784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8.jpeg"/><Relationship Id="rId4" Type="http://schemas.microsoft.com/office/2007/relationships/hdphoto" Target="../media/hdphoto1.wdp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2170784" cy="6858000"/>
          </a:xfrm>
          <a:prstGeom prst="rect">
            <a:avLst/>
          </a:prstGeom>
        </p:spPr>
      </p:pic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val="3656818776"/>
              </p:ext>
            </p:extLst>
          </p:nvPr>
        </p:nvGraphicFramePr>
        <p:xfrm>
          <a:off x="21215" y="937022"/>
          <a:ext cx="12192000" cy="6015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-205946" y="-906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047578" y="-17085"/>
            <a:ext cx="85671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800" b="1" dirty="0"/>
              <a:t>ORGANIGRAMME SERVICE SCIENTIFIQUE ET TECHNIQUE</a:t>
            </a:r>
          </a:p>
          <a:p>
            <a:pPr algn="ctr"/>
            <a:r>
              <a:rPr lang="fr-FR" sz="2800" b="1" dirty="0"/>
              <a:t>RÉGION ARS 2026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731" y="94050"/>
            <a:ext cx="1465847" cy="731838"/>
          </a:xfrm>
          <a:prstGeom prst="rect">
            <a:avLst/>
          </a:prstGeom>
        </p:spPr>
      </p:pic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905-D623-495E-8FF2-2DEF206ECF16}" type="datetime1">
              <a:rPr lang="fr-FR" smtClean="0"/>
              <a:t>08/04/2026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44825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9C669F6D65CE46B7D048DF695FBFD8" ma:contentTypeVersion="13" ma:contentTypeDescription="Crée un document." ma:contentTypeScope="" ma:versionID="0c5759b7acfddca80be3e9ae4b0c8dd1">
  <xsd:schema xmlns:xsd="http://www.w3.org/2001/XMLSchema" xmlns:xs="http://www.w3.org/2001/XMLSchema" xmlns:p="http://schemas.microsoft.com/office/2006/metadata/properties" xmlns:ns2="3ef3bd7a-2663-4b01-b6ab-11337a8a4924" xmlns:ns3="5f5a31bb-fa39-447f-a741-54428e3092ba" targetNamespace="http://schemas.microsoft.com/office/2006/metadata/properties" ma:root="true" ma:fieldsID="04bb21421f655dde1c942625c3723555" ns2:_="" ns3:_="">
    <xsd:import namespace="3ef3bd7a-2663-4b01-b6ab-11337a8a4924"/>
    <xsd:import namespace="5f5a31bb-fa39-447f-a741-54428e3092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3bd7a-2663-4b01-b6ab-11337a8a49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2de30655-58d6-405c-b76f-318c55c6c9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5a31bb-fa39-447f-a741-54428e3092ba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97292c7-257d-4fc1-82f2-e3e9b634916a}" ma:internalName="TaxCatchAll" ma:showField="CatchAllData" ma:web="5f5a31bb-fa39-447f-a741-54428e3092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f3bd7a-2663-4b01-b6ab-11337a8a4924">
      <Terms xmlns="http://schemas.microsoft.com/office/infopath/2007/PartnerControls"/>
    </lcf76f155ced4ddcb4097134ff3c332f>
    <TaxCatchAll xmlns="5f5a31bb-fa39-447f-a741-54428e3092b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641D07-78C1-4294-B859-0725788C2E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f3bd7a-2663-4b01-b6ab-11337a8a4924"/>
    <ds:schemaRef ds:uri="5f5a31bb-fa39-447f-a741-54428e3092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2B7760-AC28-455E-A58E-5602F59DCD0B}">
  <ds:schemaRefs>
    <ds:schemaRef ds:uri="http://schemas.microsoft.com/office/2006/metadata/properties"/>
    <ds:schemaRef ds:uri="http://schemas.microsoft.com/office/infopath/2007/PartnerControls"/>
    <ds:schemaRef ds:uri="3ef3bd7a-2663-4b01-b6ab-11337a8a4924"/>
    <ds:schemaRef ds:uri="5f5a31bb-fa39-447f-a741-54428e3092ba"/>
  </ds:schemaRefs>
</ds:datastoreItem>
</file>

<file path=customXml/itemProps3.xml><?xml version="1.0" encoding="utf-8"?>
<ds:datastoreItem xmlns:ds="http://schemas.openxmlformats.org/officeDocument/2006/customXml" ds:itemID="{C1926AA2-4528-4C42-B622-C5694E7BA95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d7ef55b-d006-4101-afe3-f2bbfa26e84b}" enabled="0" method="" siteId="{7d7ef55b-d006-4101-afe3-f2bbfa26e84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Grand écran</PresentationFormat>
  <Paragraphs>30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GOEDDE Liana</dc:creator>
  <cp:lastModifiedBy>COSTA PEREIRA Marco paulo</cp:lastModifiedBy>
  <cp:revision>24</cp:revision>
  <cp:lastPrinted>2022-09-14T07:55:10Z</cp:lastPrinted>
  <dcterms:created xsi:type="dcterms:W3CDTF">2019-07-04T13:05:45Z</dcterms:created>
  <dcterms:modified xsi:type="dcterms:W3CDTF">2026-04-08T16:32:20Z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0x010100E29C669F6D65CE46B7D048DF695FBFD8</vt:lpwstr>
  </property>
  <property fmtid="{D5CDD505-2E9C-101B-9397-08002B2CF9AE}" pid="3" name="MediaServiceImageTags">
    <vt:lpwstr/>
  </property>
</Properties>
</file>