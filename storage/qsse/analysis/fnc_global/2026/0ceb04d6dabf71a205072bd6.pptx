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1"/>
  </p:notesMasterIdLst>
  <p:sldIdLst>
    <p:sldId id="971" r:id="rId5"/>
    <p:sldId id="1160" r:id="rId6"/>
    <p:sldId id="2146850387" r:id="rId7"/>
    <p:sldId id="2146850405" r:id="rId8"/>
    <p:sldId id="2146850406" r:id="rId9"/>
    <p:sldId id="2146850407" r:id="rId10"/>
    <p:sldId id="2146850408" r:id="rId11"/>
    <p:sldId id="2146850409" r:id="rId12"/>
    <p:sldId id="2146850410" r:id="rId13"/>
    <p:sldId id="2146850411" r:id="rId14"/>
    <p:sldId id="2146850412" r:id="rId15"/>
    <p:sldId id="2146850413" r:id="rId16"/>
    <p:sldId id="2146850414" r:id="rId17"/>
    <p:sldId id="2146850415" r:id="rId18"/>
    <p:sldId id="2146850403" r:id="rId19"/>
    <p:sldId id="1093" r:id="rId20"/>
  </p:sldIdLst>
  <p:sldSz cx="12192000" cy="6858000"/>
  <p:notesSz cx="6858000" cy="9144000"/>
  <p:embeddedFontLst>
    <p:embeddedFont>
      <p:font typeface="Cavolini" panose="03000502040302020204" pitchFamily="66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Black" panose="02000000000000000000" pitchFamily="2" charset="0"/>
      <p:bold r:id="rId30"/>
      <p:boldItalic r:id="rId31"/>
    </p:embeddedFont>
    <p:embeddedFont>
      <p:font typeface="Roboto Light" panose="02000000000000000000" pitchFamily="2" charset="0"/>
      <p:regular r:id="rId32"/>
      <p:bold r:id="rId33"/>
      <p:italic r:id="rId34"/>
      <p:boldItalic r:id="rId35"/>
    </p:embeddedFont>
    <p:embeddedFont>
      <p:font typeface="Roboto Medium" panose="02000000000000000000" pitchFamily="2" charset="0"/>
      <p:regular r:id="rId36"/>
      <p:italic r:id="rId3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78"/>
    <a:srgbClr val="CD1719"/>
    <a:srgbClr val="1F3C72"/>
    <a:srgbClr val="00D0A8"/>
    <a:srgbClr val="FF9900"/>
    <a:srgbClr val="91D9E3"/>
    <a:srgbClr val="F6BE00"/>
    <a:srgbClr val="FEF5D9"/>
    <a:srgbClr val="56CA6C"/>
    <a:srgbClr val="7D23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1F660-B379-4C5E-A2D6-096352E730C4}" v="402" dt="2026-02-24T13:00:54.566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font" Target="fonts/font11.fntdata"/><Relationship Id="rId33" Type="http://schemas.openxmlformats.org/officeDocument/2006/relationships/font" Target="fonts/font12.fntdata"/><Relationship Id="rId34" Type="http://schemas.openxmlformats.org/officeDocument/2006/relationships/font" Target="fonts/font13.fntdata"/><Relationship Id="rId35" Type="http://schemas.openxmlformats.org/officeDocument/2006/relationships/font" Target="fonts/font14.fntdata"/><Relationship Id="rId36" Type="http://schemas.openxmlformats.org/officeDocument/2006/relationships/font" Target="fonts/font15.fntdata"/><Relationship Id="rId37" Type="http://schemas.openxmlformats.org/officeDocument/2006/relationships/font" Target="fonts/font16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STA PEREIRA Marco paulo" userId="295384b7-198a-4aa4-ae32-6275b54e7ba5" providerId="ADAL" clId="{D076E1C5-D8EF-4EE0-9628-C829F5FEDB92}"/>
    <pc:docChg chg="undo custSel addSld delSld modSld sldOrd">
      <pc:chgData name="COSTA PEREIRA Marco paulo" userId="295384b7-198a-4aa4-ae32-6275b54e7ba5" providerId="ADAL" clId="{D076E1C5-D8EF-4EE0-9628-C829F5FEDB92}" dt="2026-02-24T13:01:16.062" v="829" actId="1076"/>
      <pc:docMkLst>
        <pc:docMk/>
      </pc:docMkLst>
      <pc:sldChg chg="addSp modSp mod">
        <pc:chgData name="COSTA PEREIRA Marco paulo" userId="295384b7-198a-4aa4-ae32-6275b54e7ba5" providerId="ADAL" clId="{D076E1C5-D8EF-4EE0-9628-C829F5FEDB92}" dt="2026-02-24T09:22:28.529" v="15" actId="1076"/>
        <pc:sldMkLst>
          <pc:docMk/>
          <pc:sldMk cId="4135787841" sldId="1160"/>
        </pc:sldMkLst>
        <pc:spChg chg="add mod">
          <ac:chgData name="COSTA PEREIRA Marco paulo" userId="295384b7-198a-4aa4-ae32-6275b54e7ba5" providerId="ADAL" clId="{D076E1C5-D8EF-4EE0-9628-C829F5FEDB92}" dt="2026-02-24T09:22:28.529" v="15" actId="1076"/>
          <ac:spMkLst>
            <pc:docMk/>
            <pc:sldMk cId="4135787841" sldId="1160"/>
            <ac:spMk id="2" creationId="{8A082CEC-061E-962B-6080-2C3D73E48683}"/>
          </ac:spMkLst>
        </pc:spChg>
        <pc:spChg chg="mod">
          <ac:chgData name="COSTA PEREIRA Marco paulo" userId="295384b7-198a-4aa4-ae32-6275b54e7ba5" providerId="ADAL" clId="{D076E1C5-D8EF-4EE0-9628-C829F5FEDB92}" dt="2026-02-24T09:21:14.300" v="5" actId="14100"/>
          <ac:spMkLst>
            <pc:docMk/>
            <pc:sldMk cId="4135787841" sldId="1160"/>
            <ac:spMk id="25" creationId="{65AB02F6-6F76-5F21-4CED-EA84E955BF61}"/>
          </ac:spMkLst>
        </pc:spChg>
        <pc:spChg chg="mod">
          <ac:chgData name="COSTA PEREIRA Marco paulo" userId="295384b7-198a-4aa4-ae32-6275b54e7ba5" providerId="ADAL" clId="{D076E1C5-D8EF-4EE0-9628-C829F5FEDB92}" dt="2026-02-24T09:22:24.249" v="14" actId="1076"/>
          <ac:spMkLst>
            <pc:docMk/>
            <pc:sldMk cId="4135787841" sldId="1160"/>
            <ac:spMk id="27" creationId="{43BE2C1B-8E9D-FE9A-8DE5-493EA877B8A1}"/>
          </ac:spMkLst>
        </pc:spChg>
        <pc:picChg chg="mod">
          <ac:chgData name="COSTA PEREIRA Marco paulo" userId="295384b7-198a-4aa4-ae32-6275b54e7ba5" providerId="ADAL" clId="{D076E1C5-D8EF-4EE0-9628-C829F5FEDB92}" dt="2026-02-24T09:22:10.608" v="12" actId="14100"/>
          <ac:picMkLst>
            <pc:docMk/>
            <pc:sldMk cId="4135787841" sldId="1160"/>
            <ac:picMk id="14" creationId="{27A35576-9BB5-F3C6-079B-7FACB33FDC6A}"/>
          </ac:picMkLst>
        </pc:picChg>
      </pc:sldChg>
      <pc:sldChg chg="addSp delSp modSp new del mod">
        <pc:chgData name="COSTA PEREIRA Marco paulo" userId="295384b7-198a-4aa4-ae32-6275b54e7ba5" providerId="ADAL" clId="{D076E1C5-D8EF-4EE0-9628-C829F5FEDB92}" dt="2026-02-24T12:36:01.358" v="721" actId="2696"/>
        <pc:sldMkLst>
          <pc:docMk/>
          <pc:sldMk cId="4100026889" sldId="2146850404"/>
        </pc:sldMkLst>
        <pc:spChg chg="mod">
          <ac:chgData name="COSTA PEREIRA Marco paulo" userId="295384b7-198a-4aa4-ae32-6275b54e7ba5" providerId="ADAL" clId="{D076E1C5-D8EF-4EE0-9628-C829F5FEDB92}" dt="2026-02-24T09:25:04.485" v="36" actId="21"/>
          <ac:spMkLst>
            <pc:docMk/>
            <pc:sldMk cId="4100026889" sldId="2146850404"/>
            <ac:spMk id="2" creationId="{A4CAF563-92D9-F171-4A3C-FF224FAF04BF}"/>
          </ac:spMkLst>
        </pc:spChg>
        <pc:spChg chg="del">
          <ac:chgData name="COSTA PEREIRA Marco paulo" userId="295384b7-198a-4aa4-ae32-6275b54e7ba5" providerId="ADAL" clId="{D076E1C5-D8EF-4EE0-9628-C829F5FEDB92}" dt="2026-02-24T09:23:48.232" v="19"/>
          <ac:spMkLst>
            <pc:docMk/>
            <pc:sldMk cId="4100026889" sldId="2146850404"/>
            <ac:spMk id="3" creationId="{9F3461B3-2DFD-BB01-CEE6-6081973F6B67}"/>
          </ac:spMkLst>
        </pc:spChg>
        <pc:spChg chg="add mod">
          <ac:chgData name="COSTA PEREIRA Marco paulo" userId="295384b7-198a-4aa4-ae32-6275b54e7ba5" providerId="ADAL" clId="{D076E1C5-D8EF-4EE0-9628-C829F5FEDB92}" dt="2026-02-24T09:24:40.904" v="34" actId="20577"/>
          <ac:spMkLst>
            <pc:docMk/>
            <pc:sldMk cId="4100026889" sldId="2146850404"/>
            <ac:spMk id="4" creationId="{901AD0E7-2BDB-0B08-407C-0DBCA5D88616}"/>
          </ac:spMkLst>
        </pc:spChg>
      </pc:sldChg>
      <pc:sldChg chg="addSp delSp modSp add mod modTransition delAnim modAnim">
        <pc:chgData name="COSTA PEREIRA Marco paulo" userId="295384b7-198a-4aa4-ae32-6275b54e7ba5" providerId="ADAL" clId="{D076E1C5-D8EF-4EE0-9628-C829F5FEDB92}" dt="2026-02-24T09:53:34.727" v="167"/>
        <pc:sldMkLst>
          <pc:docMk/>
          <pc:sldMk cId="432451244" sldId="2146850405"/>
        </pc:sldMkLst>
        <pc:spChg chg="del">
          <ac:chgData name="COSTA PEREIRA Marco paulo" userId="295384b7-198a-4aa4-ae32-6275b54e7ba5" providerId="ADAL" clId="{D076E1C5-D8EF-4EE0-9628-C829F5FEDB92}" dt="2026-02-24T09:28:10.282" v="60" actId="478"/>
          <ac:spMkLst>
            <pc:docMk/>
            <pc:sldMk cId="432451244" sldId="2146850405"/>
            <ac:spMk id="2" creationId="{B90C3864-C02F-7B26-5934-12868C8E16C3}"/>
          </ac:spMkLst>
        </pc:spChg>
        <pc:spChg chg="mod">
          <ac:chgData name="COSTA PEREIRA Marco paulo" userId="295384b7-198a-4aa4-ae32-6275b54e7ba5" providerId="ADAL" clId="{D076E1C5-D8EF-4EE0-9628-C829F5FEDB92}" dt="2026-02-24T09:25:14.295" v="39"/>
          <ac:spMkLst>
            <pc:docMk/>
            <pc:sldMk cId="432451244" sldId="2146850405"/>
            <ac:spMk id="15" creationId="{6289A0AE-78AC-2D2A-793E-89572E667829}"/>
          </ac:spMkLst>
        </pc:spChg>
        <pc:spChg chg="mod">
          <ac:chgData name="COSTA PEREIRA Marco paulo" userId="295384b7-198a-4aa4-ae32-6275b54e7ba5" providerId="ADAL" clId="{D076E1C5-D8EF-4EE0-9628-C829F5FEDB92}" dt="2026-02-24T09:42:40.154" v="106" actId="1076"/>
          <ac:spMkLst>
            <pc:docMk/>
            <pc:sldMk cId="432451244" sldId="2146850405"/>
            <ac:spMk id="19" creationId="{DEDDA605-5950-1F18-5BDE-5CCF2DB8911A}"/>
          </ac:spMkLst>
        </pc:spChg>
        <pc:spChg chg="mod">
          <ac:chgData name="COSTA PEREIRA Marco paulo" userId="295384b7-198a-4aa4-ae32-6275b54e7ba5" providerId="ADAL" clId="{D076E1C5-D8EF-4EE0-9628-C829F5FEDB92}" dt="2026-02-24T09:52:53.827" v="162" actId="1076"/>
          <ac:spMkLst>
            <pc:docMk/>
            <pc:sldMk cId="432451244" sldId="2146850405"/>
            <ac:spMk id="20" creationId="{15802D38-F1AB-8418-E64A-661CF9025F33}"/>
          </ac:spMkLst>
        </pc:spChg>
        <pc:spChg chg="mod">
          <ac:chgData name="COSTA PEREIRA Marco paulo" userId="295384b7-198a-4aa4-ae32-6275b54e7ba5" providerId="ADAL" clId="{D076E1C5-D8EF-4EE0-9628-C829F5FEDB92}" dt="2026-02-24T09:52:51.045" v="161" actId="1076"/>
          <ac:spMkLst>
            <pc:docMk/>
            <pc:sldMk cId="432451244" sldId="2146850405"/>
            <ac:spMk id="21" creationId="{F5FA3470-AC5C-2DFC-57E4-C37E1444BDCB}"/>
          </ac:spMkLst>
        </pc:spChg>
        <pc:spChg chg="del">
          <ac:chgData name="COSTA PEREIRA Marco paulo" userId="295384b7-198a-4aa4-ae32-6275b54e7ba5" providerId="ADAL" clId="{D076E1C5-D8EF-4EE0-9628-C829F5FEDB92}" dt="2026-02-24T09:27:08.926" v="57" actId="478"/>
          <ac:spMkLst>
            <pc:docMk/>
            <pc:sldMk cId="432451244" sldId="2146850405"/>
            <ac:spMk id="23" creationId="{C5E6DCC4-04B5-A130-3D7A-765608BFA176}"/>
          </ac:spMkLst>
        </pc:spChg>
        <pc:spChg chg="mod">
          <ac:chgData name="COSTA PEREIRA Marco paulo" userId="295384b7-198a-4aa4-ae32-6275b54e7ba5" providerId="ADAL" clId="{D076E1C5-D8EF-4EE0-9628-C829F5FEDB92}" dt="2026-02-24T09:52:42.436" v="159" actId="1076"/>
          <ac:spMkLst>
            <pc:docMk/>
            <pc:sldMk cId="432451244" sldId="2146850405"/>
            <ac:spMk id="25" creationId="{9902A42D-1A71-FB32-D10C-48FF2E172C62}"/>
          </ac:spMkLst>
        </pc:spChg>
        <pc:spChg chg="mod">
          <ac:chgData name="COSTA PEREIRA Marco paulo" userId="295384b7-198a-4aa4-ae32-6275b54e7ba5" providerId="ADAL" clId="{D076E1C5-D8EF-4EE0-9628-C829F5FEDB92}" dt="2026-02-24T09:52:45.587" v="160" actId="1076"/>
          <ac:spMkLst>
            <pc:docMk/>
            <pc:sldMk cId="432451244" sldId="2146850405"/>
            <ac:spMk id="27" creationId="{619B1D0B-2907-8D5D-9E8C-2E08F3E6EFAF}"/>
          </ac:spMkLst>
        </pc:spChg>
        <pc:spChg chg="add del mod">
          <ac:chgData name="COSTA PEREIRA Marco paulo" userId="295384b7-198a-4aa4-ae32-6275b54e7ba5" providerId="ADAL" clId="{D076E1C5-D8EF-4EE0-9628-C829F5FEDB92}" dt="2026-02-24T09:47:13.157" v="128" actId="478"/>
          <ac:spMkLst>
            <pc:docMk/>
            <pc:sldMk cId="432451244" sldId="2146850405"/>
            <ac:spMk id="28" creationId="{CB7F02FE-5952-0C7B-98DF-D9ADC36DFC05}"/>
          </ac:spMkLst>
        </pc:spChg>
        <pc:spChg chg="add mod">
          <ac:chgData name="COSTA PEREIRA Marco paulo" userId="295384b7-198a-4aa4-ae32-6275b54e7ba5" providerId="ADAL" clId="{D076E1C5-D8EF-4EE0-9628-C829F5FEDB92}" dt="2026-02-24T09:52:36.966" v="158" actId="1076"/>
          <ac:spMkLst>
            <pc:docMk/>
            <pc:sldMk cId="432451244" sldId="2146850405"/>
            <ac:spMk id="33" creationId="{E5405660-A8C8-4E81-8C81-519DC72FAFB9}"/>
          </ac:spMkLst>
        </pc:spChg>
        <pc:spChg chg="add mod">
          <ac:chgData name="COSTA PEREIRA Marco paulo" userId="295384b7-198a-4aa4-ae32-6275b54e7ba5" providerId="ADAL" clId="{D076E1C5-D8EF-4EE0-9628-C829F5FEDB92}" dt="2026-02-24T09:49:54.530" v="143" actId="1076"/>
          <ac:spMkLst>
            <pc:docMk/>
            <pc:sldMk cId="432451244" sldId="2146850405"/>
            <ac:spMk id="34" creationId="{F09B4548-047F-863B-E483-293CE8A4AFCA}"/>
          </ac:spMkLst>
        </pc:spChg>
        <pc:spChg chg="add mod">
          <ac:chgData name="COSTA PEREIRA Marco paulo" userId="295384b7-198a-4aa4-ae32-6275b54e7ba5" providerId="ADAL" clId="{D076E1C5-D8EF-4EE0-9628-C829F5FEDB92}" dt="2026-02-24T09:49:57.045" v="144" actId="1076"/>
          <ac:spMkLst>
            <pc:docMk/>
            <pc:sldMk cId="432451244" sldId="2146850405"/>
            <ac:spMk id="35" creationId="{4CD80D3B-77D9-3644-355D-F91DDD2CD16A}"/>
          </ac:spMkLst>
        </pc:spChg>
        <pc:spChg chg="add del mod">
          <ac:chgData name="COSTA PEREIRA Marco paulo" userId="295384b7-198a-4aa4-ae32-6275b54e7ba5" providerId="ADAL" clId="{D076E1C5-D8EF-4EE0-9628-C829F5FEDB92}" dt="2026-02-24T09:52:25.435" v="157" actId="478"/>
          <ac:spMkLst>
            <pc:docMk/>
            <pc:sldMk cId="432451244" sldId="2146850405"/>
            <ac:spMk id="36" creationId="{11AF22D3-840B-3CEE-0927-3BF7EBA8EE67}"/>
          </ac:spMkLst>
        </pc:spChg>
        <pc:grpChg chg="del">
          <ac:chgData name="COSTA PEREIRA Marco paulo" userId="295384b7-198a-4aa4-ae32-6275b54e7ba5" providerId="ADAL" clId="{D076E1C5-D8EF-4EE0-9628-C829F5FEDB92}" dt="2026-02-24T09:28:12.950" v="61" actId="478"/>
          <ac:grpSpMkLst>
            <pc:docMk/>
            <pc:sldMk cId="432451244" sldId="2146850405"/>
            <ac:grpSpMk id="3" creationId="{C54918CA-2427-11F8-6FA5-2EF980BAC8A9}"/>
          </ac:grpSpMkLst>
        </pc:grpChg>
        <pc:grpChg chg="del">
          <ac:chgData name="COSTA PEREIRA Marco paulo" userId="295384b7-198a-4aa4-ae32-6275b54e7ba5" providerId="ADAL" clId="{D076E1C5-D8EF-4EE0-9628-C829F5FEDB92}" dt="2026-02-24T09:25:24.764" v="40" actId="478"/>
          <ac:grpSpMkLst>
            <pc:docMk/>
            <pc:sldMk cId="432451244" sldId="2146850405"/>
            <ac:grpSpMk id="30" creationId="{F073B133-3E4C-033F-EFF2-CCCD970A4FAD}"/>
          </ac:grpSpMkLst>
        </pc:grpChg>
        <pc:picChg chg="del">
          <ac:chgData name="COSTA PEREIRA Marco paulo" userId="295384b7-198a-4aa4-ae32-6275b54e7ba5" providerId="ADAL" clId="{D076E1C5-D8EF-4EE0-9628-C829F5FEDB92}" dt="2026-02-24T09:42:42.704" v="107" actId="478"/>
          <ac:picMkLst>
            <pc:docMk/>
            <pc:sldMk cId="432451244" sldId="2146850405"/>
            <ac:picMk id="29" creationId="{8CF420F9-46B6-86C5-BBF2-E0C8B66154EB}"/>
          </ac:picMkLst>
        </pc:picChg>
      </pc:sldChg>
      <pc:sldChg chg="addSp delSp modSp add mod delAnim modAnim">
        <pc:chgData name="COSTA PEREIRA Marco paulo" userId="295384b7-198a-4aa4-ae32-6275b54e7ba5" providerId="ADAL" clId="{D076E1C5-D8EF-4EE0-9628-C829F5FEDB92}" dt="2026-02-24T10:08:53.943" v="275" actId="113"/>
        <pc:sldMkLst>
          <pc:docMk/>
          <pc:sldMk cId="4097001061" sldId="2146850406"/>
        </pc:sldMkLst>
        <pc:spChg chg="add mod">
          <ac:chgData name="COSTA PEREIRA Marco paulo" userId="295384b7-198a-4aa4-ae32-6275b54e7ba5" providerId="ADAL" clId="{D076E1C5-D8EF-4EE0-9628-C829F5FEDB92}" dt="2026-02-24T10:08:53.943" v="275" actId="113"/>
          <ac:spMkLst>
            <pc:docMk/>
            <pc:sldMk cId="4097001061" sldId="2146850406"/>
            <ac:spMk id="2" creationId="{3DBD1657-04DD-5BE1-A4AE-2F937B32ED52}"/>
          </ac:spMkLst>
        </pc:spChg>
        <pc:spChg chg="mod">
          <ac:chgData name="COSTA PEREIRA Marco paulo" userId="295384b7-198a-4aa4-ae32-6275b54e7ba5" providerId="ADAL" clId="{D076E1C5-D8EF-4EE0-9628-C829F5FEDB92}" dt="2026-02-24T10:00:54.062" v="245" actId="1076"/>
          <ac:spMkLst>
            <pc:docMk/>
            <pc:sldMk cId="4097001061" sldId="2146850406"/>
            <ac:spMk id="15" creationId="{E3B297AA-149B-1DA3-AE2F-9DBD15FD373D}"/>
          </ac:spMkLst>
        </pc:spChg>
        <pc:spChg chg="mod">
          <ac:chgData name="COSTA PEREIRA Marco paulo" userId="295384b7-198a-4aa4-ae32-6275b54e7ba5" providerId="ADAL" clId="{D076E1C5-D8EF-4EE0-9628-C829F5FEDB92}" dt="2026-02-24T10:08:34.577" v="271" actId="207"/>
          <ac:spMkLst>
            <pc:docMk/>
            <pc:sldMk cId="4097001061" sldId="2146850406"/>
            <ac:spMk id="19" creationId="{9860E999-D293-EE08-87F9-F9523CED3D62}"/>
          </ac:spMkLst>
        </pc:spChg>
        <pc:spChg chg="del mod">
          <ac:chgData name="COSTA PEREIRA Marco paulo" userId="295384b7-198a-4aa4-ae32-6275b54e7ba5" providerId="ADAL" clId="{D076E1C5-D8EF-4EE0-9628-C829F5FEDB92}" dt="2026-02-24T09:57:05.197" v="233" actId="478"/>
          <ac:spMkLst>
            <pc:docMk/>
            <pc:sldMk cId="4097001061" sldId="2146850406"/>
            <ac:spMk id="20" creationId="{6683B0FF-C019-7403-06C2-78CBCCAE7385}"/>
          </ac:spMkLst>
        </pc:spChg>
        <pc:spChg chg="del mod">
          <ac:chgData name="COSTA PEREIRA Marco paulo" userId="295384b7-198a-4aa4-ae32-6275b54e7ba5" providerId="ADAL" clId="{D076E1C5-D8EF-4EE0-9628-C829F5FEDB92}" dt="2026-02-24T09:57:06.514" v="234" actId="478"/>
          <ac:spMkLst>
            <pc:docMk/>
            <pc:sldMk cId="4097001061" sldId="2146850406"/>
            <ac:spMk id="21" creationId="{3A29968B-B354-57E5-6CAD-05BF418D5CB7}"/>
          </ac:spMkLst>
        </pc:spChg>
        <pc:spChg chg="del mod">
          <ac:chgData name="COSTA PEREIRA Marco paulo" userId="295384b7-198a-4aa4-ae32-6275b54e7ba5" providerId="ADAL" clId="{D076E1C5-D8EF-4EE0-9628-C829F5FEDB92}" dt="2026-02-24T09:57:08.348" v="236" actId="478"/>
          <ac:spMkLst>
            <pc:docMk/>
            <pc:sldMk cId="4097001061" sldId="2146850406"/>
            <ac:spMk id="25" creationId="{CBCBBEF4-36F6-234D-00C7-B7BC5268B84B}"/>
          </ac:spMkLst>
        </pc:spChg>
        <pc:spChg chg="del mod">
          <ac:chgData name="COSTA PEREIRA Marco paulo" userId="295384b7-198a-4aa4-ae32-6275b54e7ba5" providerId="ADAL" clId="{D076E1C5-D8EF-4EE0-9628-C829F5FEDB92}" dt="2026-02-24T09:57:07.545" v="235" actId="478"/>
          <ac:spMkLst>
            <pc:docMk/>
            <pc:sldMk cId="4097001061" sldId="2146850406"/>
            <ac:spMk id="27" creationId="{BB09363C-81A3-9AF0-F9C6-54880DC8998E}"/>
          </ac:spMkLst>
        </pc:spChg>
        <pc:spChg chg="del mod">
          <ac:chgData name="COSTA PEREIRA Marco paulo" userId="295384b7-198a-4aa4-ae32-6275b54e7ba5" providerId="ADAL" clId="{D076E1C5-D8EF-4EE0-9628-C829F5FEDB92}" dt="2026-02-24T09:56:51.875" v="230" actId="478"/>
          <ac:spMkLst>
            <pc:docMk/>
            <pc:sldMk cId="4097001061" sldId="2146850406"/>
            <ac:spMk id="33" creationId="{6F3AAB28-B071-D25D-D297-9D9A1D0305A3}"/>
          </ac:spMkLst>
        </pc:spChg>
        <pc:spChg chg="del">
          <ac:chgData name="COSTA PEREIRA Marco paulo" userId="295384b7-198a-4aa4-ae32-6275b54e7ba5" providerId="ADAL" clId="{D076E1C5-D8EF-4EE0-9628-C829F5FEDB92}" dt="2026-02-24T09:56:54.154" v="232" actId="478"/>
          <ac:spMkLst>
            <pc:docMk/>
            <pc:sldMk cId="4097001061" sldId="2146850406"/>
            <ac:spMk id="34" creationId="{061E5080-698E-AC7A-1416-044038932F2F}"/>
          </ac:spMkLst>
        </pc:spChg>
        <pc:spChg chg="del">
          <ac:chgData name="COSTA PEREIRA Marco paulo" userId="295384b7-198a-4aa4-ae32-6275b54e7ba5" providerId="ADAL" clId="{D076E1C5-D8EF-4EE0-9628-C829F5FEDB92}" dt="2026-02-24T09:56:53.236" v="231" actId="478"/>
          <ac:spMkLst>
            <pc:docMk/>
            <pc:sldMk cId="4097001061" sldId="2146850406"/>
            <ac:spMk id="35" creationId="{EBB45AA5-E7D2-0ACB-0C94-4FB149E484C8}"/>
          </ac:spMkLst>
        </pc:spChg>
      </pc:sldChg>
      <pc:sldChg chg="addSp delSp modSp add mod delAnim modAnim">
        <pc:chgData name="COSTA PEREIRA Marco paulo" userId="295384b7-198a-4aa4-ae32-6275b54e7ba5" providerId="ADAL" clId="{D076E1C5-D8EF-4EE0-9628-C829F5FEDB92}" dt="2026-02-24T10:17:06.795" v="331" actId="478"/>
        <pc:sldMkLst>
          <pc:docMk/>
          <pc:sldMk cId="548953782" sldId="2146850407"/>
        </pc:sldMkLst>
        <pc:spChg chg="del">
          <ac:chgData name="COSTA PEREIRA Marco paulo" userId="295384b7-198a-4aa4-ae32-6275b54e7ba5" providerId="ADAL" clId="{D076E1C5-D8EF-4EE0-9628-C829F5FEDB92}" dt="2026-02-24T10:11:48.496" v="283" actId="478"/>
          <ac:spMkLst>
            <pc:docMk/>
            <pc:sldMk cId="548953782" sldId="2146850407"/>
            <ac:spMk id="2" creationId="{81E6F21C-34D8-E528-1351-7B077AB55488}"/>
          </ac:spMkLst>
        </pc:spChg>
        <pc:spChg chg="add del mod">
          <ac:chgData name="COSTA PEREIRA Marco paulo" userId="295384b7-198a-4aa4-ae32-6275b54e7ba5" providerId="ADAL" clId="{D076E1C5-D8EF-4EE0-9628-C829F5FEDB92}" dt="2026-02-24T10:17:03.954" v="330" actId="478"/>
          <ac:spMkLst>
            <pc:docMk/>
            <pc:sldMk cId="548953782" sldId="2146850407"/>
            <ac:spMk id="3" creationId="{CC0E7EEC-3783-73A8-F38E-27B9DB246114}"/>
          </ac:spMkLst>
        </pc:spChg>
        <pc:spChg chg="mod">
          <ac:chgData name="COSTA PEREIRA Marco paulo" userId="295384b7-198a-4aa4-ae32-6275b54e7ba5" providerId="ADAL" clId="{D076E1C5-D8EF-4EE0-9628-C829F5FEDB92}" dt="2026-02-24T10:09:56.920" v="277"/>
          <ac:spMkLst>
            <pc:docMk/>
            <pc:sldMk cId="548953782" sldId="2146850407"/>
            <ac:spMk id="15" creationId="{DB1AD0E9-0E06-E372-D7AC-B2B7CECA2FB6}"/>
          </ac:spMkLst>
        </pc:spChg>
        <pc:spChg chg="add del mod">
          <ac:chgData name="COSTA PEREIRA Marco paulo" userId="295384b7-198a-4aa4-ae32-6275b54e7ba5" providerId="ADAL" clId="{D076E1C5-D8EF-4EE0-9628-C829F5FEDB92}" dt="2026-02-24T10:17:06.795" v="331" actId="478"/>
          <ac:spMkLst>
            <pc:docMk/>
            <pc:sldMk cId="548953782" sldId="2146850407"/>
            <ac:spMk id="16" creationId="{CD8F1817-0752-42F9-91D6-8BD94ED05EA7}"/>
          </ac:spMkLst>
        </pc:spChg>
        <pc:spChg chg="add mod">
          <ac:chgData name="COSTA PEREIRA Marco paulo" userId="295384b7-198a-4aa4-ae32-6275b54e7ba5" providerId="ADAL" clId="{D076E1C5-D8EF-4EE0-9628-C829F5FEDB92}" dt="2026-02-24T10:15:10.875" v="320"/>
          <ac:spMkLst>
            <pc:docMk/>
            <pc:sldMk cId="548953782" sldId="2146850407"/>
            <ac:spMk id="17" creationId="{0A1E37A6-566D-A204-5702-3B194F2F4826}"/>
          </ac:spMkLst>
        </pc:spChg>
        <pc:spChg chg="mod">
          <ac:chgData name="COSTA PEREIRA Marco paulo" userId="295384b7-198a-4aa4-ae32-6275b54e7ba5" providerId="ADAL" clId="{D076E1C5-D8EF-4EE0-9628-C829F5FEDB92}" dt="2026-02-24T10:14:24.843" v="312" actId="21"/>
          <ac:spMkLst>
            <pc:docMk/>
            <pc:sldMk cId="548953782" sldId="2146850407"/>
            <ac:spMk id="19" creationId="{6CD53592-674E-54FF-D55D-231ADC58850C}"/>
          </ac:spMkLst>
        </pc:spChg>
      </pc:sldChg>
      <pc:sldChg chg="delSp modSp add mod modTransition delAnim modAnim">
        <pc:chgData name="COSTA PEREIRA Marco paulo" userId="295384b7-198a-4aa4-ae32-6275b54e7ba5" providerId="ADAL" clId="{D076E1C5-D8EF-4EE0-9628-C829F5FEDB92}" dt="2026-02-24T10:20:44.943" v="334"/>
        <pc:sldMkLst>
          <pc:docMk/>
          <pc:sldMk cId="1475670747" sldId="2146850408"/>
        </pc:sldMkLst>
        <pc:spChg chg="mod">
          <ac:chgData name="COSTA PEREIRA Marco paulo" userId="295384b7-198a-4aa4-ae32-6275b54e7ba5" providerId="ADAL" clId="{D076E1C5-D8EF-4EE0-9628-C829F5FEDB92}" dt="2026-02-24T10:16:43.811" v="327" actId="1076"/>
          <ac:spMkLst>
            <pc:docMk/>
            <pc:sldMk cId="1475670747" sldId="2146850408"/>
            <ac:spMk id="3" creationId="{4D916926-B6CA-1D40-310E-1D96C92947F4}"/>
          </ac:spMkLst>
        </pc:spChg>
        <pc:spChg chg="mod">
          <ac:chgData name="COSTA PEREIRA Marco paulo" userId="295384b7-198a-4aa4-ae32-6275b54e7ba5" providerId="ADAL" clId="{D076E1C5-D8EF-4EE0-9628-C829F5FEDB92}" dt="2026-02-24T10:20:44.943" v="334"/>
          <ac:spMkLst>
            <pc:docMk/>
            <pc:sldMk cId="1475670747" sldId="2146850408"/>
            <ac:spMk id="15" creationId="{DAECA072-0489-C902-831D-141BB1F0A9F4}"/>
          </ac:spMkLst>
        </pc:spChg>
        <pc:spChg chg="mod">
          <ac:chgData name="COSTA PEREIRA Marco paulo" userId="295384b7-198a-4aa4-ae32-6275b54e7ba5" providerId="ADAL" clId="{D076E1C5-D8EF-4EE0-9628-C829F5FEDB92}" dt="2026-02-24T10:16:43.811" v="327" actId="1076"/>
          <ac:spMkLst>
            <pc:docMk/>
            <pc:sldMk cId="1475670747" sldId="2146850408"/>
            <ac:spMk id="16" creationId="{5196B83A-45B5-1812-7B90-4E78E38F31ED}"/>
          </ac:spMkLst>
        </pc:spChg>
        <pc:spChg chg="del">
          <ac:chgData name="COSTA PEREIRA Marco paulo" userId="295384b7-198a-4aa4-ae32-6275b54e7ba5" providerId="ADAL" clId="{D076E1C5-D8EF-4EE0-9628-C829F5FEDB92}" dt="2026-02-24T10:16:36.873" v="326" actId="478"/>
          <ac:spMkLst>
            <pc:docMk/>
            <pc:sldMk cId="1475670747" sldId="2146850408"/>
            <ac:spMk id="19" creationId="{E5CD2AC5-073D-0517-B223-C458F3E4DF45}"/>
          </ac:spMkLst>
        </pc:spChg>
      </pc:sldChg>
      <pc:sldChg chg="addSp delSp modSp add mod setBg modAnim modNotesTx">
        <pc:chgData name="COSTA PEREIRA Marco paulo" userId="295384b7-198a-4aa4-ae32-6275b54e7ba5" providerId="ADAL" clId="{D076E1C5-D8EF-4EE0-9628-C829F5FEDB92}" dt="2026-02-24T10:49:35.892" v="509" actId="1076"/>
        <pc:sldMkLst>
          <pc:docMk/>
          <pc:sldMk cId="2528104465" sldId="2146850409"/>
        </pc:sldMkLst>
        <pc:spChg chg="add del mod">
          <ac:chgData name="COSTA PEREIRA Marco paulo" userId="295384b7-198a-4aa4-ae32-6275b54e7ba5" providerId="ADAL" clId="{D076E1C5-D8EF-4EE0-9628-C829F5FEDB92}" dt="2026-02-24T10:21:42.764" v="341"/>
          <ac:spMkLst>
            <pc:docMk/>
            <pc:sldMk cId="2528104465" sldId="2146850409"/>
            <ac:spMk id="2" creationId="{D53421CF-997C-ED46-C8F3-2AEA61C3CE1D}"/>
          </ac:spMkLst>
        </pc:spChg>
        <pc:spChg chg="del">
          <ac:chgData name="COSTA PEREIRA Marco paulo" userId="295384b7-198a-4aa4-ae32-6275b54e7ba5" providerId="ADAL" clId="{D076E1C5-D8EF-4EE0-9628-C829F5FEDB92}" dt="2026-02-24T10:21:26.982" v="338" actId="478"/>
          <ac:spMkLst>
            <pc:docMk/>
            <pc:sldMk cId="2528104465" sldId="2146850409"/>
            <ac:spMk id="3" creationId="{9C942DDF-D61D-39D8-8330-8989A6B16BF2}"/>
          </ac:spMkLst>
        </pc:spChg>
        <pc:spChg chg="mod">
          <ac:chgData name="COSTA PEREIRA Marco paulo" userId="295384b7-198a-4aa4-ae32-6275b54e7ba5" providerId="ADAL" clId="{D076E1C5-D8EF-4EE0-9628-C829F5FEDB92}" dt="2026-02-24T10:20:56.984" v="336"/>
          <ac:spMkLst>
            <pc:docMk/>
            <pc:sldMk cId="2528104465" sldId="2146850409"/>
            <ac:spMk id="15" creationId="{86636A79-1DF7-EB92-44AA-CC1C868FAD72}"/>
          </ac:spMkLst>
        </pc:spChg>
        <pc:spChg chg="del">
          <ac:chgData name="COSTA PEREIRA Marco paulo" userId="295384b7-198a-4aa4-ae32-6275b54e7ba5" providerId="ADAL" clId="{D076E1C5-D8EF-4EE0-9628-C829F5FEDB92}" dt="2026-02-24T10:21:26.279" v="337" actId="478"/>
          <ac:spMkLst>
            <pc:docMk/>
            <pc:sldMk cId="2528104465" sldId="2146850409"/>
            <ac:spMk id="16" creationId="{C523982E-49FB-D042-BA51-90C1AFE4E32E}"/>
          </ac:spMkLst>
        </pc:spChg>
        <pc:spChg chg="add mod">
          <ac:chgData name="COSTA PEREIRA Marco paulo" userId="295384b7-198a-4aa4-ae32-6275b54e7ba5" providerId="ADAL" clId="{D076E1C5-D8EF-4EE0-9628-C829F5FEDB92}" dt="2026-02-24T10:25:11.920" v="363" actId="403"/>
          <ac:spMkLst>
            <pc:docMk/>
            <pc:sldMk cId="2528104465" sldId="2146850409"/>
            <ac:spMk id="17" creationId="{8C1FCB49-C2F6-7DBA-8DD7-E4616A612736}"/>
          </ac:spMkLst>
        </pc:spChg>
        <pc:spChg chg="add mod">
          <ac:chgData name="COSTA PEREIRA Marco paulo" userId="295384b7-198a-4aa4-ae32-6275b54e7ba5" providerId="ADAL" clId="{D076E1C5-D8EF-4EE0-9628-C829F5FEDB92}" dt="2026-02-24T10:25:23.545" v="366" actId="6549"/>
          <ac:spMkLst>
            <pc:docMk/>
            <pc:sldMk cId="2528104465" sldId="2146850409"/>
            <ac:spMk id="19" creationId="{B29DCEFC-3335-2033-3070-11437093AF03}"/>
          </ac:spMkLst>
        </pc:spChg>
        <pc:spChg chg="add mod">
          <ac:chgData name="COSTA PEREIRA Marco paulo" userId="295384b7-198a-4aa4-ae32-6275b54e7ba5" providerId="ADAL" clId="{D076E1C5-D8EF-4EE0-9628-C829F5FEDB92}" dt="2026-02-24T10:49:35.892" v="509" actId="1076"/>
          <ac:spMkLst>
            <pc:docMk/>
            <pc:sldMk cId="2528104465" sldId="2146850409"/>
            <ac:spMk id="20" creationId="{725B78B3-837E-10C6-A72D-A4482A1C86B0}"/>
          </ac:spMkLst>
        </pc:spChg>
        <pc:spChg chg="add del">
          <ac:chgData name="COSTA PEREIRA Marco paulo" userId="295384b7-198a-4aa4-ae32-6275b54e7ba5" providerId="ADAL" clId="{D076E1C5-D8EF-4EE0-9628-C829F5FEDB92}" dt="2026-02-24T10:43:50.889" v="479" actId="478"/>
          <ac:spMkLst>
            <pc:docMk/>
            <pc:sldMk cId="2528104465" sldId="2146850409"/>
            <ac:spMk id="21" creationId="{275CE385-C4C5-A257-BA23-7C347BB19164}"/>
          </ac:spMkLst>
        </pc:spChg>
      </pc:sldChg>
      <pc:sldChg chg="addSp delSp modSp add mod delAnim modAnim modNotesTx">
        <pc:chgData name="COSTA PEREIRA Marco paulo" userId="295384b7-198a-4aa4-ae32-6275b54e7ba5" providerId="ADAL" clId="{D076E1C5-D8EF-4EE0-9628-C829F5FEDB92}" dt="2026-02-24T12:56:16.483" v="790" actId="6549"/>
        <pc:sldMkLst>
          <pc:docMk/>
          <pc:sldMk cId="672114270" sldId="2146850410"/>
        </pc:sldMkLst>
        <pc:spChg chg="add mod">
          <ac:chgData name="COSTA PEREIRA Marco paulo" userId="295384b7-198a-4aa4-ae32-6275b54e7ba5" providerId="ADAL" clId="{D076E1C5-D8EF-4EE0-9628-C829F5FEDB92}" dt="2026-02-24T12:42:21.970" v="734" actId="5793"/>
          <ac:spMkLst>
            <pc:docMk/>
            <pc:sldMk cId="672114270" sldId="2146850410"/>
            <ac:spMk id="2" creationId="{57C31722-CD4B-D168-2729-F29C1331E7CA}"/>
          </ac:spMkLst>
        </pc:spChg>
        <pc:spChg chg="add mod">
          <ac:chgData name="COSTA PEREIRA Marco paulo" userId="295384b7-198a-4aa4-ae32-6275b54e7ba5" providerId="ADAL" clId="{D076E1C5-D8EF-4EE0-9628-C829F5FEDB92}" dt="2026-02-24T12:29:13.545" v="649" actId="208"/>
          <ac:spMkLst>
            <pc:docMk/>
            <pc:sldMk cId="672114270" sldId="2146850410"/>
            <ac:spMk id="3" creationId="{CEF58B00-6205-95A9-29D9-97527AC5C22F}"/>
          </ac:spMkLst>
        </pc:spChg>
        <pc:spChg chg="mod">
          <ac:chgData name="COSTA PEREIRA Marco paulo" userId="295384b7-198a-4aa4-ae32-6275b54e7ba5" providerId="ADAL" clId="{D076E1C5-D8EF-4EE0-9628-C829F5FEDB92}" dt="2026-02-24T12:19:53.670" v="539" actId="207"/>
          <ac:spMkLst>
            <pc:docMk/>
            <pc:sldMk cId="672114270" sldId="2146850410"/>
            <ac:spMk id="15" creationId="{C6E38EB3-7049-72F2-C7CA-D8D64E1BDDB8}"/>
          </ac:spMkLst>
        </pc:spChg>
        <pc:spChg chg="add mod">
          <ac:chgData name="COSTA PEREIRA Marco paulo" userId="295384b7-198a-4aa4-ae32-6275b54e7ba5" providerId="ADAL" clId="{D076E1C5-D8EF-4EE0-9628-C829F5FEDB92}" dt="2026-02-24T12:30:37.609" v="661" actId="20577"/>
          <ac:spMkLst>
            <pc:docMk/>
            <pc:sldMk cId="672114270" sldId="2146850410"/>
            <ac:spMk id="16" creationId="{C5E1DAD9-451B-857E-5B83-F0D4981B4061}"/>
          </ac:spMkLst>
        </pc:spChg>
        <pc:spChg chg="del">
          <ac:chgData name="COSTA PEREIRA Marco paulo" userId="295384b7-198a-4aa4-ae32-6275b54e7ba5" providerId="ADAL" clId="{D076E1C5-D8EF-4EE0-9628-C829F5FEDB92}" dt="2026-02-24T12:09:02.836" v="511" actId="478"/>
          <ac:spMkLst>
            <pc:docMk/>
            <pc:sldMk cId="672114270" sldId="2146850410"/>
            <ac:spMk id="17" creationId="{A0B6D9A5-4B30-5932-DB05-A0DB3DEF26A4}"/>
          </ac:spMkLst>
        </pc:spChg>
        <pc:spChg chg="del mod">
          <ac:chgData name="COSTA PEREIRA Marco paulo" userId="295384b7-198a-4aa4-ae32-6275b54e7ba5" providerId="ADAL" clId="{D076E1C5-D8EF-4EE0-9628-C829F5FEDB92}" dt="2026-02-24T12:09:21.809" v="513" actId="478"/>
          <ac:spMkLst>
            <pc:docMk/>
            <pc:sldMk cId="672114270" sldId="2146850410"/>
            <ac:spMk id="19" creationId="{D8313BB6-FFDF-207F-0AE6-CDE3F06CEF60}"/>
          </ac:spMkLst>
        </pc:spChg>
        <pc:spChg chg="del">
          <ac:chgData name="COSTA PEREIRA Marco paulo" userId="295384b7-198a-4aa4-ae32-6275b54e7ba5" providerId="ADAL" clId="{D076E1C5-D8EF-4EE0-9628-C829F5FEDB92}" dt="2026-02-24T12:09:22.991" v="514" actId="478"/>
          <ac:spMkLst>
            <pc:docMk/>
            <pc:sldMk cId="672114270" sldId="2146850410"/>
            <ac:spMk id="20" creationId="{A14FB6FD-135F-8CE4-0C6E-A5A9245FAD10}"/>
          </ac:spMkLst>
        </pc:spChg>
        <pc:spChg chg="add mod">
          <ac:chgData name="COSTA PEREIRA Marco paulo" userId="295384b7-198a-4aa4-ae32-6275b54e7ba5" providerId="ADAL" clId="{D076E1C5-D8EF-4EE0-9628-C829F5FEDB92}" dt="2026-02-24T12:42:49.108" v="735" actId="1076"/>
          <ac:spMkLst>
            <pc:docMk/>
            <pc:sldMk cId="672114270" sldId="2146850410"/>
            <ac:spMk id="21" creationId="{BECD2D12-8215-999E-1D83-C629369A8480}"/>
          </ac:spMkLst>
        </pc:spChg>
        <pc:spChg chg="add">
          <ac:chgData name="COSTA PEREIRA Marco paulo" userId="295384b7-198a-4aa4-ae32-6275b54e7ba5" providerId="ADAL" clId="{D076E1C5-D8EF-4EE0-9628-C829F5FEDB92}" dt="2026-02-24T12:41:51.591" v="726"/>
          <ac:spMkLst>
            <pc:docMk/>
            <pc:sldMk cId="672114270" sldId="2146850410"/>
            <ac:spMk id="23" creationId="{EB07B101-4197-7B94-2C18-7A6A70D76874}"/>
          </ac:spMkLst>
        </pc:spChg>
      </pc:sldChg>
      <pc:sldChg chg="addSp delSp modSp add mod delAnim modAnim modNotesTx">
        <pc:chgData name="COSTA PEREIRA Marco paulo" userId="295384b7-198a-4aa4-ae32-6275b54e7ba5" providerId="ADAL" clId="{D076E1C5-D8EF-4EE0-9628-C829F5FEDB92}" dt="2026-02-24T12:59:36.820" v="815"/>
        <pc:sldMkLst>
          <pc:docMk/>
          <pc:sldMk cId="3668937513" sldId="2146850411"/>
        </pc:sldMkLst>
        <pc:spChg chg="mod">
          <ac:chgData name="COSTA PEREIRA Marco paulo" userId="295384b7-198a-4aa4-ae32-6275b54e7ba5" providerId="ADAL" clId="{D076E1C5-D8EF-4EE0-9628-C829F5FEDB92}" dt="2026-02-24T12:28:25.441" v="645" actId="14100"/>
          <ac:spMkLst>
            <pc:docMk/>
            <pc:sldMk cId="3668937513" sldId="2146850411"/>
            <ac:spMk id="2" creationId="{EFA4BBDA-F1DE-26C2-E78F-BBB042084DB4}"/>
          </ac:spMkLst>
        </pc:spChg>
        <pc:spChg chg="del">
          <ac:chgData name="COSTA PEREIRA Marco paulo" userId="295384b7-198a-4aa4-ae32-6275b54e7ba5" providerId="ADAL" clId="{D076E1C5-D8EF-4EE0-9628-C829F5FEDB92}" dt="2026-02-24T12:25:30.193" v="602" actId="478"/>
          <ac:spMkLst>
            <pc:docMk/>
            <pc:sldMk cId="3668937513" sldId="2146850411"/>
            <ac:spMk id="3" creationId="{952E9D0A-5D8A-C3E0-2BC4-12EAA8BB78C6}"/>
          </ac:spMkLst>
        </pc:spChg>
        <pc:spChg chg="del">
          <ac:chgData name="COSTA PEREIRA Marco paulo" userId="295384b7-198a-4aa4-ae32-6275b54e7ba5" providerId="ADAL" clId="{D076E1C5-D8EF-4EE0-9628-C829F5FEDB92}" dt="2026-02-24T12:25:22.770" v="600" actId="478"/>
          <ac:spMkLst>
            <pc:docMk/>
            <pc:sldMk cId="3668937513" sldId="2146850411"/>
            <ac:spMk id="16" creationId="{4152F98A-C319-4F48-E558-13DB7E9DF07C}"/>
          </ac:spMkLst>
        </pc:spChg>
        <pc:spChg chg="add mod">
          <ac:chgData name="COSTA PEREIRA Marco paulo" userId="295384b7-198a-4aa4-ae32-6275b54e7ba5" providerId="ADAL" clId="{D076E1C5-D8EF-4EE0-9628-C829F5FEDB92}" dt="2026-02-24T12:28:31.954" v="646" actId="1076"/>
          <ac:spMkLst>
            <pc:docMk/>
            <pc:sldMk cId="3668937513" sldId="2146850411"/>
            <ac:spMk id="20" creationId="{17A2341F-3378-A131-0995-C1C8B5AF66BD}"/>
          </ac:spMkLst>
        </pc:spChg>
        <pc:spChg chg="del">
          <ac:chgData name="COSTA PEREIRA Marco paulo" userId="295384b7-198a-4aa4-ae32-6275b54e7ba5" providerId="ADAL" clId="{D076E1C5-D8EF-4EE0-9628-C829F5FEDB92}" dt="2026-02-24T12:25:27.685" v="601" actId="478"/>
          <ac:spMkLst>
            <pc:docMk/>
            <pc:sldMk cId="3668937513" sldId="2146850411"/>
            <ac:spMk id="21" creationId="{2D0CDA3A-C3DD-03FE-85D2-955FCEFC8F52}"/>
          </ac:spMkLst>
        </pc:spChg>
        <pc:picChg chg="add del mod">
          <ac:chgData name="COSTA PEREIRA Marco paulo" userId="295384b7-198a-4aa4-ae32-6275b54e7ba5" providerId="ADAL" clId="{D076E1C5-D8EF-4EE0-9628-C829F5FEDB92}" dt="2026-02-24T12:26:50.781" v="610" actId="478"/>
          <ac:picMkLst>
            <pc:docMk/>
            <pc:sldMk cId="3668937513" sldId="2146850411"/>
            <ac:picMk id="19" creationId="{56C1E8CC-4E4E-B2D6-5C1D-9D2BDC6E3283}"/>
          </ac:picMkLst>
        </pc:picChg>
      </pc:sldChg>
      <pc:sldChg chg="addSp delSp modSp add mod modAnim modNotesTx">
        <pc:chgData name="COSTA PEREIRA Marco paulo" userId="295384b7-198a-4aa4-ae32-6275b54e7ba5" providerId="ADAL" clId="{D076E1C5-D8EF-4EE0-9628-C829F5FEDB92}" dt="2026-02-24T13:00:54.566" v="827" actId="403"/>
        <pc:sldMkLst>
          <pc:docMk/>
          <pc:sldMk cId="284116480" sldId="2146850412"/>
        </pc:sldMkLst>
        <pc:spChg chg="del">
          <ac:chgData name="COSTA PEREIRA Marco paulo" userId="295384b7-198a-4aa4-ae32-6275b54e7ba5" providerId="ADAL" clId="{D076E1C5-D8EF-4EE0-9628-C829F5FEDB92}" dt="2026-02-24T12:31:35.326" v="667" actId="478"/>
          <ac:spMkLst>
            <pc:docMk/>
            <pc:sldMk cId="284116480" sldId="2146850412"/>
            <ac:spMk id="2" creationId="{2D14BC1D-4C4D-930B-68D5-FBAB3BC710FD}"/>
          </ac:spMkLst>
        </pc:spChg>
        <pc:spChg chg="add mod">
          <ac:chgData name="COSTA PEREIRA Marco paulo" userId="295384b7-198a-4aa4-ae32-6275b54e7ba5" providerId="ADAL" clId="{D076E1C5-D8EF-4EE0-9628-C829F5FEDB92}" dt="2026-02-24T13:00:49.451" v="826" actId="403"/>
          <ac:spMkLst>
            <pc:docMk/>
            <pc:sldMk cId="284116480" sldId="2146850412"/>
            <ac:spMk id="3" creationId="{CA14675A-E4E7-538F-D8E5-5E378579BB56}"/>
          </ac:spMkLst>
        </pc:spChg>
        <pc:spChg chg="add mod">
          <ac:chgData name="COSTA PEREIRA Marco paulo" userId="295384b7-198a-4aa4-ae32-6275b54e7ba5" providerId="ADAL" clId="{D076E1C5-D8EF-4EE0-9628-C829F5FEDB92}" dt="2026-02-24T13:00:54.566" v="827" actId="403"/>
          <ac:spMkLst>
            <pc:docMk/>
            <pc:sldMk cId="284116480" sldId="2146850412"/>
            <ac:spMk id="16" creationId="{26AF5C20-918F-2363-5430-EBDF8ED4B009}"/>
          </ac:spMkLst>
        </pc:spChg>
        <pc:spChg chg="add mod">
          <ac:chgData name="COSTA PEREIRA Marco paulo" userId="295384b7-198a-4aa4-ae32-6275b54e7ba5" providerId="ADAL" clId="{D076E1C5-D8EF-4EE0-9628-C829F5FEDB92}" dt="2026-02-24T13:00:14.623" v="821" actId="1076"/>
          <ac:spMkLst>
            <pc:docMk/>
            <pc:sldMk cId="284116480" sldId="2146850412"/>
            <ac:spMk id="17" creationId="{78631184-5983-A85E-72BE-B29759A9573B}"/>
          </ac:spMkLst>
        </pc:spChg>
        <pc:spChg chg="add mod">
          <ac:chgData name="COSTA PEREIRA Marco paulo" userId="295384b7-198a-4aa4-ae32-6275b54e7ba5" providerId="ADAL" clId="{D076E1C5-D8EF-4EE0-9628-C829F5FEDB92}" dt="2026-02-24T13:00:12.004" v="820" actId="1076"/>
          <ac:spMkLst>
            <pc:docMk/>
            <pc:sldMk cId="284116480" sldId="2146850412"/>
            <ac:spMk id="19" creationId="{514CA1E2-3B85-56FC-466A-A46D9FE828C6}"/>
          </ac:spMkLst>
        </pc:spChg>
        <pc:spChg chg="del">
          <ac:chgData name="COSTA PEREIRA Marco paulo" userId="295384b7-198a-4aa4-ae32-6275b54e7ba5" providerId="ADAL" clId="{D076E1C5-D8EF-4EE0-9628-C829F5FEDB92}" dt="2026-02-24T12:31:36.966" v="668" actId="478"/>
          <ac:spMkLst>
            <pc:docMk/>
            <pc:sldMk cId="284116480" sldId="2146850412"/>
            <ac:spMk id="20" creationId="{9DA1D69F-B9E8-4E2E-1A0C-977712B5B0FC}"/>
          </ac:spMkLst>
        </pc:spChg>
      </pc:sldChg>
      <pc:sldChg chg="addSp delSp modSp add mod delAnim modNotesTx">
        <pc:chgData name="COSTA PEREIRA Marco paulo" userId="295384b7-198a-4aa4-ae32-6275b54e7ba5" providerId="ADAL" clId="{D076E1C5-D8EF-4EE0-9628-C829F5FEDB92}" dt="2026-02-24T13:01:16.062" v="829" actId="1076"/>
        <pc:sldMkLst>
          <pc:docMk/>
          <pc:sldMk cId="747036914" sldId="2146850413"/>
        </pc:sldMkLst>
        <pc:spChg chg="add mod">
          <ac:chgData name="COSTA PEREIRA Marco paulo" userId="295384b7-198a-4aa4-ae32-6275b54e7ba5" providerId="ADAL" clId="{D076E1C5-D8EF-4EE0-9628-C829F5FEDB92}" dt="2026-02-24T13:01:16.062" v="829" actId="1076"/>
          <ac:spMkLst>
            <pc:docMk/>
            <pc:sldMk cId="747036914" sldId="2146850413"/>
            <ac:spMk id="2" creationId="{10A63936-E5D1-D6E2-09A5-E13DC899C5BB}"/>
          </ac:spMkLst>
        </pc:spChg>
        <pc:spChg chg="del">
          <ac:chgData name="COSTA PEREIRA Marco paulo" userId="295384b7-198a-4aa4-ae32-6275b54e7ba5" providerId="ADAL" clId="{D076E1C5-D8EF-4EE0-9628-C829F5FEDB92}" dt="2026-02-24T12:35:29.985" v="709" actId="478"/>
          <ac:spMkLst>
            <pc:docMk/>
            <pc:sldMk cId="747036914" sldId="2146850413"/>
            <ac:spMk id="3" creationId="{F06C09F3-2423-4645-5CCF-D73CA2D174A4}"/>
          </ac:spMkLst>
        </pc:spChg>
        <pc:spChg chg="del">
          <ac:chgData name="COSTA PEREIRA Marco paulo" userId="295384b7-198a-4aa4-ae32-6275b54e7ba5" providerId="ADAL" clId="{D076E1C5-D8EF-4EE0-9628-C829F5FEDB92}" dt="2026-02-24T12:35:27.740" v="708" actId="478"/>
          <ac:spMkLst>
            <pc:docMk/>
            <pc:sldMk cId="747036914" sldId="2146850413"/>
            <ac:spMk id="16" creationId="{8987596E-15DA-FF0F-4AA6-D331A740A54C}"/>
          </ac:spMkLst>
        </pc:spChg>
        <pc:spChg chg="del">
          <ac:chgData name="COSTA PEREIRA Marco paulo" userId="295384b7-198a-4aa4-ae32-6275b54e7ba5" providerId="ADAL" clId="{D076E1C5-D8EF-4EE0-9628-C829F5FEDB92}" dt="2026-02-24T12:35:32.318" v="711" actId="478"/>
          <ac:spMkLst>
            <pc:docMk/>
            <pc:sldMk cId="747036914" sldId="2146850413"/>
            <ac:spMk id="17" creationId="{618D1B9C-4D6F-9743-3760-F0625150DB6B}"/>
          </ac:spMkLst>
        </pc:spChg>
        <pc:spChg chg="del">
          <ac:chgData name="COSTA PEREIRA Marco paulo" userId="295384b7-198a-4aa4-ae32-6275b54e7ba5" providerId="ADAL" clId="{D076E1C5-D8EF-4EE0-9628-C829F5FEDB92}" dt="2026-02-24T12:35:31.471" v="710" actId="478"/>
          <ac:spMkLst>
            <pc:docMk/>
            <pc:sldMk cId="747036914" sldId="2146850413"/>
            <ac:spMk id="19" creationId="{DA5A0AC0-2D36-5C88-C41D-7F410566CFED}"/>
          </ac:spMkLst>
        </pc:spChg>
      </pc:sldChg>
      <pc:sldChg chg="delSp modSp add mod ord modAnim modNotesTx">
        <pc:chgData name="COSTA PEREIRA Marco paulo" userId="295384b7-198a-4aa4-ae32-6275b54e7ba5" providerId="ADAL" clId="{D076E1C5-D8EF-4EE0-9628-C829F5FEDB92}" dt="2026-02-24T12:55:35.748" v="788" actId="6549"/>
        <pc:sldMkLst>
          <pc:docMk/>
          <pc:sldMk cId="4187880822" sldId="2146850414"/>
        </pc:sldMkLst>
        <pc:spChg chg="mod">
          <ac:chgData name="COSTA PEREIRA Marco paulo" userId="295384b7-198a-4aa4-ae32-6275b54e7ba5" providerId="ADAL" clId="{D076E1C5-D8EF-4EE0-9628-C829F5FEDB92}" dt="2026-02-24T12:53:35.529" v="783" actId="120"/>
          <ac:spMkLst>
            <pc:docMk/>
            <pc:sldMk cId="4187880822" sldId="2146850414"/>
            <ac:spMk id="3" creationId="{62E597FC-1B2E-33C5-D31D-99DBFC0DA935}"/>
          </ac:spMkLst>
        </pc:spChg>
        <pc:spChg chg="mod">
          <ac:chgData name="COSTA PEREIRA Marco paulo" userId="295384b7-198a-4aa4-ae32-6275b54e7ba5" providerId="ADAL" clId="{D076E1C5-D8EF-4EE0-9628-C829F5FEDB92}" dt="2026-02-24T12:50:37.905" v="759" actId="113"/>
          <ac:spMkLst>
            <pc:docMk/>
            <pc:sldMk cId="4187880822" sldId="2146850414"/>
            <ac:spMk id="15" creationId="{EA51ED55-11A0-F796-15A0-E9B27BAE4F8E}"/>
          </ac:spMkLst>
        </pc:spChg>
        <pc:spChg chg="del">
          <ac:chgData name="COSTA PEREIRA Marco paulo" userId="295384b7-198a-4aa4-ae32-6275b54e7ba5" providerId="ADAL" clId="{D076E1C5-D8EF-4EE0-9628-C829F5FEDB92}" dt="2026-02-24T12:50:09.156" v="754" actId="478"/>
          <ac:spMkLst>
            <pc:docMk/>
            <pc:sldMk cId="4187880822" sldId="2146850414"/>
            <ac:spMk id="16" creationId="{019CB2BC-3B2D-0A3B-EB34-91115AB38947}"/>
          </ac:spMkLst>
        </pc:spChg>
        <pc:spChg chg="del">
          <ac:chgData name="COSTA PEREIRA Marco paulo" userId="295384b7-198a-4aa4-ae32-6275b54e7ba5" providerId="ADAL" clId="{D076E1C5-D8EF-4EE0-9628-C829F5FEDB92}" dt="2026-02-24T12:51:00.341" v="764" actId="478"/>
          <ac:spMkLst>
            <pc:docMk/>
            <pc:sldMk cId="4187880822" sldId="2146850414"/>
            <ac:spMk id="17" creationId="{D32FF58E-BF94-462F-4D46-3B9718AE88BF}"/>
          </ac:spMkLst>
        </pc:spChg>
        <pc:spChg chg="del">
          <ac:chgData name="COSTA PEREIRA Marco paulo" userId="295384b7-198a-4aa4-ae32-6275b54e7ba5" providerId="ADAL" clId="{D076E1C5-D8EF-4EE0-9628-C829F5FEDB92}" dt="2026-02-24T12:51:01.516" v="765" actId="478"/>
          <ac:spMkLst>
            <pc:docMk/>
            <pc:sldMk cId="4187880822" sldId="2146850414"/>
            <ac:spMk id="19" creationId="{6D260F02-1314-8743-A312-1D602C409BF4}"/>
          </ac:spMkLst>
        </pc:spChg>
      </pc:sldChg>
      <pc:sldChg chg="modSp add mod modAnim">
        <pc:chgData name="COSTA PEREIRA Marco paulo" userId="295384b7-198a-4aa4-ae32-6275b54e7ba5" providerId="ADAL" clId="{D076E1C5-D8EF-4EE0-9628-C829F5FEDB92}" dt="2026-02-24T12:58:49.515" v="812" actId="6549"/>
        <pc:sldMkLst>
          <pc:docMk/>
          <pc:sldMk cId="2886076786" sldId="2146850415"/>
        </pc:sldMkLst>
        <pc:spChg chg="mod">
          <ac:chgData name="COSTA PEREIRA Marco paulo" userId="295384b7-198a-4aa4-ae32-6275b54e7ba5" providerId="ADAL" clId="{D076E1C5-D8EF-4EE0-9628-C829F5FEDB92}" dt="2026-02-24T12:58:49.515" v="812" actId="6549"/>
          <ac:spMkLst>
            <pc:docMk/>
            <pc:sldMk cId="2886076786" sldId="2146850415"/>
            <ac:spMk id="3" creationId="{65593C53-4034-4A6B-66EC-24F8A0C538F2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1EC72-1DB2-4D4A-AC64-CC35C20F2E29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DD045-1192-469B-BCF0-7FFFEE02E3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8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6DBD-1FE0-F71C-8EB4-F53EC426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C4FD4EA-80B0-40BB-9AC0-8D9F3A509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5527141-E59D-A549-C46C-01CCA998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665953-09E3-4B31-8745-38B5594E1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986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1364-A0BE-1A0A-C98F-3E5DF8BA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510A158-11E9-9366-726B-E25FA3B24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D213DA-4224-205C-EEE2-9AD2F4A60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915B21-CCDF-051D-228A-1F097BA0D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048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2F5B-4829-89CD-4FE9-43EE39DE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5F1D25B-F3B4-6C93-87AC-CFE2A65EE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ACA728A-685F-B77C-8784-BFF9B8562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164AEF-B4B2-7BD5-93F8-F8BD8040A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92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544A7-7BE4-1E83-81FD-3666DD26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863FF6-EEF5-8725-15CD-D31D1C0B3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3D7F63-0154-E93E-2B35-0152367F5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15B1A8-6F95-B813-C5B7-F603749B9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396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C824-554B-3051-868F-7918BCC8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8EA4E06-0145-1E6F-7060-70B6CA057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17E459-A233-7B14-132C-9B6C2FDE8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86792E-D70F-14AE-8F1F-B7A89F119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47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62DB-6552-AAB2-7BA2-6BA5E413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2BE2616-F334-1885-A31A-FB50CF43C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EBEA2E4-E916-A0AC-BD22-FB8CA492F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Fiche de Non-Conformité constate et sécurise.</a:t>
            </a:r>
            <a:br>
              <a:rPr lang="fr-FR" dirty="0"/>
            </a:br>
            <a:r>
              <a:rPr lang="fr-FR" dirty="0"/>
              <a:t>Le REX analyse et fait progresser.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Si on coupe une étape, le cycle ne fonctionne plus.</a:t>
            </a:r>
            <a:br>
              <a:rPr lang="fr-FR" dirty="0"/>
            </a:br>
            <a:r>
              <a:rPr lang="fr-FR" dirty="0"/>
              <a:t>Et si le cycle ne fonctionne pas… le problème revient.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A8FF08-14F6-5A50-3198-8766973A3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924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4B3F-770F-CA58-A604-6F493F21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75EBE9-BB57-0791-4DF1-040442841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97BD826-9FA4-3742-D5AB-CC432814C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EE7BB2-9DAE-AB76-6FA2-115342543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462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ED05-00A3-5311-C16A-A09EC32D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9C7712A-5A8E-9282-6B68-4CF058AA6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1B3543-FB4D-C126-3208-9C5029AC8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86175E-919F-9945-971F-06D23BBBB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254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997F-6AD1-C58B-E6DE-9E4F76B5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70DF97-499F-49E4-44CB-7A3F07A51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1180DA-8144-3467-8422-06DA9626E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990D80-175A-5DDB-BC1C-2467107AA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506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E62D-3B2F-B4DC-A8CE-9C72047E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E1F210-299C-9AE8-7541-BAC625B88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5441945-27C5-E35C-F1A3-3AC45DD49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6AFDCA-F12A-6367-35BA-D3E9AFD50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701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3D08-3AC3-0316-F29E-1CDCB450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C272C6-4B7D-F07A-C5CF-21BFA948F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A8A6B1-5F72-4729-BD94-E3A566798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B22DFC-D3FD-771F-C435-A5F3D8B02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965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3A36-EB9A-4AEC-1213-D7DBF5EF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4A2312-2FEF-4700-AF5C-B93BB56C2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46608A-7B08-053F-88FB-B2297BE56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D53683-FF12-449B-84E5-C0F11ACD6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361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47DBF-8AED-E12A-E2AD-2F78E6B9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CF01D7C-DD53-C1B2-71F3-093C7C088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FFADFAA-64DF-031A-04F4-C421BECFE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A416C3-1EA3-DD15-F525-B85A3FC6F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EDD045-1192-469B-BCF0-7FFFEE02E3A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701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C0D845-FF15-450F-ABF6-085053E6F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9976D3-448D-4710-9387-DC3282B51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FD0DE0-DA04-441F-8D83-DED823FB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048AE5-2559-4C5A-A679-E15AD06D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61C73-A63D-4AD1-8165-6508D589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30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B58E4-0BB8-4BFE-8C17-00925D943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3CC138-5912-4E46-B824-59AD8DBDF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B78EB8-6FC3-45F6-94D8-430013B4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7586AC-F985-46A8-A7E3-AE75920F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E5D958-0C8C-4E53-B9F3-4145AB37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67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30974-5927-4645-BF56-6BA9F5FC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D59741-8FBF-4F83-A6B4-56D0A7A46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BBA557-28FB-47A1-83AD-01BD13CA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686050-D616-4243-B35B-6EA79E8D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939321-23F1-4C58-9E8F-7B623594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11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83920-C939-4632-B5A4-A4E2E7D1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912B55-9FA9-4211-BED2-63C03FB0D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217C69-6C54-4CE8-AA5C-7CE52185E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F12E55-0F50-4B36-B7DD-E8A276C9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A66423-E97F-4318-9906-A23C324F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46C975-324A-4798-90AC-56EB1529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628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0B347E-B22C-447F-B9CC-F75C4CED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25E8DE-9C98-46D4-B869-FF6E43E47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3F2728-ECE0-46F9-9DE3-BBE361596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1026AA2-B3C5-48B2-BE44-36F3AF718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A4BEC70-F81F-42BE-A8B7-78791DA10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0E6F97-52C7-42BD-B6AC-13620B0A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79C2A9-F208-4F75-A4E4-79834779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A849FD-7C6A-4012-872F-8E46D5C0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795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DD29D-8F05-4641-BA08-F9FFAB64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E5A443E-4F2A-4BE2-B557-D6BAEA2E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3E3BF3-C01F-4C54-AD2A-5D96C967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C8A118-0092-4065-B392-D43DC76C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363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87678E-2810-43DF-AB37-2142828C5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719B9A2-5F67-44F8-B619-74442FA4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0FA36B-DE2F-491C-9BDD-12EFFAA0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183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D5055-768E-47CD-BB00-DA09119C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D81612-AA0F-4363-8ADF-AAA26BCE5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C66492-DF23-4B6F-B63D-1D13812E5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1C5E17-8665-4FFC-BEA1-4E2B23C3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B0D955-BB51-4535-AAC3-BCF6898D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431727-DDEF-484E-B58D-05F01AFA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289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F9D46F-E52D-4252-8F62-F0BA19A5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274D83E-92EC-4211-99D0-E375F7F94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A1E74D-BEB7-43D4-B0EB-2582FD143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897297-9E75-4B3F-BCDD-1483EB15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F53F08-BF95-4794-A587-00CD58D6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14A902-CFA4-4D5C-9039-18EF5EF8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45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A6D2BD-07D4-4BCE-ABC3-3991ECA5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81CF28-00B6-4749-8828-7A443074A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6C7A8C-ACAE-4BD6-9578-EC9CDFEE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A2D448-65ED-459E-9082-F95A6A94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27F649-F49C-47EB-AF39-BFA39A9D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240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EDF3F0-2627-414C-85C8-CEC38C5D1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EBB0FE-FA76-4DC8-BF0B-2F770EC07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BA0ED5-46FE-4F5D-A360-A3789064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8D8E4-3199-49DA-B25A-8B726EC6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F3A8DF-5C4F-47F9-AC70-0B896FC3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287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E12564-10D8-487E-8EFC-70A6E73AE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C8F8F7-63DD-499D-9DB4-2884C8308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A050E1-D288-4F4B-B829-1B8DB75F3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B7919-F93A-4F6A-8FA9-35BA3DD91B98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9963A3-AF94-4388-90C3-D8D98F9BF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CF79E9-F134-42B6-B8B3-067405E28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842E6-BD7A-4365-A5D4-0E902B6238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4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BFC80E5-49B3-4D39-91EB-D8ACDE269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avec coin arrondi 3">
            <a:extLst>
              <a:ext uri="{FF2B5EF4-FFF2-40B4-BE49-F238E27FC236}">
                <a16:creationId xmlns:a16="http://schemas.microsoft.com/office/drawing/2014/main" id="{2FF4B821-476C-4544-9183-FF33138B762F}"/>
              </a:ext>
            </a:extLst>
          </p:cNvPr>
          <p:cNvSpPr/>
          <p:nvPr/>
        </p:nvSpPr>
        <p:spPr>
          <a:xfrm>
            <a:off x="4264" y="0"/>
            <a:ext cx="12191997" cy="6857998"/>
          </a:xfrm>
          <a:prstGeom prst="round1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2"/>
              </a:gs>
            </a:gsLst>
            <a:lin ang="5400000" scaled="1"/>
            <a:tileRect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0EBF146-DA09-4186-8308-C55916637D23}"/>
              </a:ext>
            </a:extLst>
          </p:cNvPr>
          <p:cNvSpPr txBox="1"/>
          <p:nvPr/>
        </p:nvSpPr>
        <p:spPr>
          <a:xfrm>
            <a:off x="2172432" y="2670167"/>
            <a:ext cx="9848305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Réunion Exploitation - Analyse FNC 2026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0D2D957-D4CB-4348-B51B-AFC2F3C9B3FE}"/>
              </a:ext>
            </a:extLst>
          </p:cNvPr>
          <p:cNvCxnSpPr>
            <a:cxnSpLocks/>
          </p:cNvCxnSpPr>
          <p:nvPr/>
        </p:nvCxnSpPr>
        <p:spPr>
          <a:xfrm>
            <a:off x="2003510" y="2775202"/>
            <a:ext cx="0" cy="928705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B49BA4B1-086D-4B61-84E5-BDC63663A6F8}"/>
              </a:ext>
            </a:extLst>
          </p:cNvPr>
          <p:cNvSpPr/>
          <p:nvPr/>
        </p:nvSpPr>
        <p:spPr>
          <a:xfrm>
            <a:off x="2131" y="5821151"/>
            <a:ext cx="12191999" cy="1036847"/>
          </a:xfrm>
          <a:custGeom>
            <a:avLst/>
            <a:gdLst>
              <a:gd name="connsiteX0" fmla="*/ 6096001 w 12191999"/>
              <a:gd name="connsiteY0" fmla="*/ 0 h 1036847"/>
              <a:gd name="connsiteX1" fmla="*/ 11987475 w 12191999"/>
              <a:gd name="connsiteY1" fmla="*/ 141506 h 1036847"/>
              <a:gd name="connsiteX2" fmla="*/ 12191999 w 12191999"/>
              <a:gd name="connsiteY2" fmla="*/ 152501 h 1036847"/>
              <a:gd name="connsiteX3" fmla="*/ 12191999 w 12191999"/>
              <a:gd name="connsiteY3" fmla="*/ 1036847 h 1036847"/>
              <a:gd name="connsiteX4" fmla="*/ 0 w 12191999"/>
              <a:gd name="connsiteY4" fmla="*/ 1036847 h 1036847"/>
              <a:gd name="connsiteX5" fmla="*/ 0 w 12191999"/>
              <a:gd name="connsiteY5" fmla="*/ 152500 h 1036847"/>
              <a:gd name="connsiteX6" fmla="*/ 204522 w 12191999"/>
              <a:gd name="connsiteY6" fmla="*/ 141506 h 1036847"/>
              <a:gd name="connsiteX7" fmla="*/ 6096001 w 12191999"/>
              <a:gd name="connsiteY7" fmla="*/ 0 h 1036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1036847">
                <a:moveTo>
                  <a:pt x="6096001" y="0"/>
                </a:moveTo>
                <a:cubicBezTo>
                  <a:pt x="8147597" y="0"/>
                  <a:pt x="10126360" y="49542"/>
                  <a:pt x="11987475" y="141506"/>
                </a:cubicBezTo>
                <a:lnTo>
                  <a:pt x="12191999" y="152501"/>
                </a:lnTo>
                <a:lnTo>
                  <a:pt x="12191999" y="1036847"/>
                </a:lnTo>
                <a:lnTo>
                  <a:pt x="0" y="1036847"/>
                </a:lnTo>
                <a:lnTo>
                  <a:pt x="0" y="152500"/>
                </a:lnTo>
                <a:lnTo>
                  <a:pt x="204522" y="141506"/>
                </a:lnTo>
                <a:cubicBezTo>
                  <a:pt x="2065638" y="49542"/>
                  <a:pt x="4044402" y="0"/>
                  <a:pt x="6096001" y="0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B34FA0EA-8ADD-4263-8260-F71345598727}"/>
              </a:ext>
            </a:extLst>
          </p:cNvPr>
          <p:cNvGrpSpPr/>
          <p:nvPr/>
        </p:nvGrpSpPr>
        <p:grpSpPr>
          <a:xfrm rot="5400000">
            <a:off x="5807483" y="5532636"/>
            <a:ext cx="577034" cy="577034"/>
            <a:chOff x="2864665" y="5703401"/>
            <a:chExt cx="290233" cy="290233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96FB5070-2024-4D41-AE8F-4F5946E84263}"/>
                </a:ext>
              </a:extLst>
            </p:cNvPr>
            <p:cNvSpPr/>
            <p:nvPr/>
          </p:nvSpPr>
          <p:spPr>
            <a:xfrm>
              <a:off x="2864665" y="5703401"/>
              <a:ext cx="290233" cy="290233"/>
            </a:xfrm>
            <a:prstGeom prst="ellips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>
              <a:outerShdw blurRad="63500" algn="ctr" rotWithShape="0">
                <a:prstClr val="black">
                  <a:alpha val="25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8" tIns="35718" rIns="35718" bIns="35718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6667"/>
            </a:p>
          </p:txBody>
        </p:sp>
        <p:pic>
          <p:nvPicPr>
            <p:cNvPr id="32" name="Graphique 31">
              <a:extLst>
                <a:ext uri="{FF2B5EF4-FFF2-40B4-BE49-F238E27FC236}">
                  <a16:creationId xmlns:a16="http://schemas.microsoft.com/office/drawing/2014/main" id="{3EB50EA6-1C98-43C7-A327-62830065E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26202" y="5764938"/>
              <a:ext cx="167158" cy="167158"/>
            </a:xfrm>
            <a:prstGeom prst="rect">
              <a:avLst/>
            </a:prstGeom>
          </p:spPr>
        </p:pic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8DAEE089-D23E-45CA-9395-B499DF00D62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99181" y="1330745"/>
            <a:ext cx="1934491" cy="96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122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3410-24D5-6C18-CD0F-60978563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27A35576-9BB5-F3C6-079B-7FACB33FDC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26"/>
          <a:stretch/>
        </p:blipFill>
        <p:spPr>
          <a:xfrm>
            <a:off x="4974461" y="158"/>
            <a:ext cx="7217260" cy="6857685"/>
          </a:xfrm>
          <a:prstGeom prst="rect">
            <a:avLst/>
          </a:prstGeom>
        </p:spPr>
      </p:pic>
      <p:sp>
        <p:nvSpPr>
          <p:cNvPr id="24" name="Rectangle : avec coin arrondi 23">
            <a:extLst>
              <a:ext uri="{FF2B5EF4-FFF2-40B4-BE49-F238E27FC236}">
                <a16:creationId xmlns:a16="http://schemas.microsoft.com/office/drawing/2014/main" id="{B1100BBB-9011-38F1-197B-ADDC7004D889}"/>
              </a:ext>
            </a:extLst>
          </p:cNvPr>
          <p:cNvSpPr/>
          <p:nvPr/>
        </p:nvSpPr>
        <p:spPr>
          <a:xfrm>
            <a:off x="281" y="158"/>
            <a:ext cx="4734141" cy="6857685"/>
          </a:xfrm>
          <a:prstGeom prst="round1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4"/>
            <a:endParaRPr lang="fr-FR">
              <a:solidFill>
                <a:prstClr val="white"/>
              </a:solidFill>
              <a:latin typeface="Roboto Ligh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AB02F6-6F76-5F21-4CED-EA84E955BF61}"/>
              </a:ext>
            </a:extLst>
          </p:cNvPr>
          <p:cNvSpPr/>
          <p:nvPr/>
        </p:nvSpPr>
        <p:spPr>
          <a:xfrm>
            <a:off x="976765" y="-2449"/>
            <a:ext cx="4006715" cy="6857685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65000"/>
                </a:schemeClr>
              </a:gs>
            </a:gsLst>
            <a:lin ang="5400000" scaled="1"/>
            <a:tileRect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84"/>
            <a:endParaRPr lang="fr-FR">
              <a:solidFill>
                <a:prstClr val="white"/>
              </a:solidFill>
              <a:latin typeface="Roboto Light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3BE2C1B-8E9D-FE9A-8DE5-493EA877B8A1}"/>
              </a:ext>
            </a:extLst>
          </p:cNvPr>
          <p:cNvSpPr txBox="1"/>
          <p:nvPr/>
        </p:nvSpPr>
        <p:spPr>
          <a:xfrm>
            <a:off x="1268978" y="3074909"/>
            <a:ext cx="3714502" cy="4801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384">
              <a:lnSpc>
                <a:spcPct val="90000"/>
              </a:lnSpc>
              <a:defRPr/>
            </a:pPr>
            <a:r>
              <a:rPr lang="fr-FR" sz="2800" dirty="0">
                <a:solidFill>
                  <a:prstClr val="white"/>
                </a:solidFill>
                <a:latin typeface="Roboto Black"/>
                <a:ea typeface="Roboto" panose="02000000000000000000" pitchFamily="2" charset="0"/>
              </a:rPr>
              <a:t>Qualité – </a:t>
            </a:r>
            <a:r>
              <a:rPr lang="fr-FR" sz="2800" dirty="0" err="1">
                <a:solidFill>
                  <a:prstClr val="white"/>
                </a:solidFill>
                <a:latin typeface="Roboto Black"/>
                <a:ea typeface="Roboto" panose="02000000000000000000" pitchFamily="2" charset="0"/>
              </a:rPr>
              <a:t>RST</a:t>
            </a:r>
            <a:r>
              <a:rPr lang="fr-FR" sz="2800" dirty="0">
                <a:solidFill>
                  <a:prstClr val="white"/>
                </a:solidFill>
                <a:latin typeface="Roboto Black"/>
                <a:ea typeface="Roboto" panose="02000000000000000000" pitchFamily="2" charset="0"/>
              </a:rPr>
              <a:t> Région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8F079E2-B4E5-A63F-139C-6CF258CC7658}"/>
              </a:ext>
            </a:extLst>
          </p:cNvPr>
          <p:cNvSpPr txBox="1"/>
          <p:nvPr/>
        </p:nvSpPr>
        <p:spPr>
          <a:xfrm>
            <a:off x="1407223" y="2408451"/>
            <a:ext cx="3327206" cy="6396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384">
              <a:lnSpc>
                <a:spcPct val="80000"/>
              </a:lnSpc>
              <a:defRPr/>
            </a:pPr>
            <a:r>
              <a:rPr lang="fr-FR" sz="4400" dirty="0">
                <a:ln w="25400">
                  <a:gradFill flip="none" rotWithShape="1">
                    <a:gsLst>
                      <a:gs pos="0">
                        <a:prstClr val="white">
                          <a:alpha val="0"/>
                        </a:prstClr>
                      </a:gs>
                      <a:gs pos="100000">
                        <a:prstClr val="white"/>
                      </a:gs>
                    </a:gsLst>
                    <a:lin ang="16200000" scaled="1"/>
                    <a:tileRect/>
                  </a:gradFill>
                </a:ln>
                <a:noFill/>
                <a:latin typeface="Roboto Black"/>
                <a:ea typeface="Roboto Medium" panose="02000000000000000000" pitchFamily="2" charset="0"/>
              </a:rPr>
              <a:t>PARTIE 2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B947D9F3-2DA0-4BC7-64E0-E576C1A1D557}"/>
              </a:ext>
            </a:extLst>
          </p:cNvPr>
          <p:cNvGrpSpPr/>
          <p:nvPr/>
        </p:nvGrpSpPr>
        <p:grpSpPr>
          <a:xfrm>
            <a:off x="736726" y="3048084"/>
            <a:ext cx="480108" cy="480108"/>
            <a:chOff x="2864665" y="5703401"/>
            <a:chExt cx="290233" cy="290233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EDABD654-9F0C-BE61-27D9-9028A5BBFF30}"/>
                </a:ext>
              </a:extLst>
            </p:cNvPr>
            <p:cNvSpPr/>
            <p:nvPr/>
          </p:nvSpPr>
          <p:spPr>
            <a:xfrm>
              <a:off x="2864665" y="5703401"/>
              <a:ext cx="290233" cy="290233"/>
            </a:xfrm>
            <a:prstGeom prst="ellips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>
              <a:outerShdw blurRad="63500" algn="ctr" rotWithShape="0">
                <a:prstClr val="black">
                  <a:alpha val="25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6" tIns="35716" rIns="35716" bIns="35716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84"/>
              <a:endParaRPr lang="fr-FR" sz="6667" dirty="0">
                <a:solidFill>
                  <a:prstClr val="black"/>
                </a:solidFill>
                <a:latin typeface="Roboto Light"/>
              </a:endParaRPr>
            </a:p>
          </p:txBody>
        </p:sp>
        <p:pic>
          <p:nvPicPr>
            <p:cNvPr id="37" name="Graphique 36">
              <a:extLst>
                <a:ext uri="{FF2B5EF4-FFF2-40B4-BE49-F238E27FC236}">
                  <a16:creationId xmlns:a16="http://schemas.microsoft.com/office/drawing/2014/main" id="{CE78B4A1-64B6-01A6-DA60-5F5C43B58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26202" y="5764938"/>
              <a:ext cx="167158" cy="167158"/>
            </a:xfrm>
            <a:prstGeom prst="rect">
              <a:avLst/>
            </a:prstGeom>
          </p:spPr>
        </p:pic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2D470E0B-9407-4EFA-4B6A-8938BCAF13A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32768" y="538592"/>
            <a:ext cx="464754" cy="23187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46E20225-A7F0-5774-9C9B-5C7A1A2AB5F6}"/>
              </a:ext>
            </a:extLst>
          </p:cNvPr>
          <p:cNvSpPr txBox="1"/>
          <p:nvPr/>
        </p:nvSpPr>
        <p:spPr>
          <a:xfrm>
            <a:off x="409240" y="4272818"/>
            <a:ext cx="858562" cy="30651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384">
              <a:lnSpc>
                <a:spcPct val="80000"/>
              </a:lnSpc>
              <a:defRPr/>
            </a:pPr>
            <a:r>
              <a:rPr lang="fr-FR" sz="23900" dirty="0">
                <a:ln w="25400">
                  <a:gradFill flip="none" rotWithShape="1">
                    <a:gsLst>
                      <a:gs pos="0">
                        <a:prstClr val="white">
                          <a:alpha val="0"/>
                        </a:prstClr>
                      </a:gs>
                      <a:gs pos="100000">
                        <a:prstClr val="white"/>
                      </a:gs>
                    </a:gsLst>
                    <a:lin ang="16200000" scaled="1"/>
                    <a:tileRect/>
                  </a:gradFill>
                </a:ln>
                <a:noFill/>
                <a:latin typeface="Roboto Black"/>
                <a:ea typeface="Roboto Medium" panose="02000000000000000000" pitchFamily="2" charset="0"/>
              </a:rPr>
              <a:t>2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A082CEC-061E-962B-6080-2C3D73E48683}"/>
              </a:ext>
            </a:extLst>
          </p:cNvPr>
          <p:cNvSpPr txBox="1"/>
          <p:nvPr/>
        </p:nvSpPr>
        <p:spPr>
          <a:xfrm>
            <a:off x="1267802" y="4034478"/>
            <a:ext cx="3327201" cy="14219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914384">
              <a:lnSpc>
                <a:spcPct val="90000"/>
              </a:lnSpc>
              <a:defRPr/>
            </a:pPr>
            <a:r>
              <a:rPr lang="fr-FR" sz="320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Performance &amp; Maîtrise des écarts</a:t>
            </a:r>
          </a:p>
        </p:txBody>
      </p:sp>
    </p:spTree>
    <p:extLst>
      <p:ext uri="{BB962C8B-B14F-4D97-AF65-F5344CB8AC3E}">
        <p14:creationId xmlns:p14="http://schemas.microsoft.com/office/powerpoint/2010/main" val="4135787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024-1B8C-6E10-C600-F0BA062A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08E2FBD0-2E00-EFB2-4BE2-2D0045BC951D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9EB1DD08-0959-A8A3-D820-9444B3CC24DF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6DAA6CF4-D18C-3B4B-46AB-83B78D7E74E3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5643F7BF-5703-5D68-8843-B5BA5FF119ED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384C989E-0C9D-B08E-9B4B-F1E903F440F4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772E7A7F-3C48-A0B8-4BCD-1015815F5492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B021222E-6291-95BE-4F22-E7C87E60E7F9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8173D97D-7147-35FE-D2FF-894F1F86CFDD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1EB8C2AC-0FA0-08C7-AAFF-FAB1F35808F9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FA10E823-A0D2-26D2-E27C-2A66F3998EE0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004D9697-D007-E4ED-D760-35EFFCA0D20B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CBA74D13-7060-88A0-1202-E21BB120B194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0D3B0BE-4D1F-39C1-80DE-A7C8B2C0D237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1C5186A-23D5-5586-54E5-9E49132C6CCB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t>Objectifs QSSE FNC - pilotage data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28BAEA4-C836-FC15-9979-9FE7B5C35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EEB7B11-D9FD-A312-0B89-E4C513422271}"/>
              </a:ext>
            </a:extLst>
          </p:cNvPr>
          <p:cNvSpPr/>
          <p:nvPr/>
        </p:nvSpPr>
        <p:spPr>
          <a:xfrm>
            <a:off x="1157938" y="779618"/>
            <a:ext cx="4310174" cy="3690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21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>
                <a:solidFill>
                  <a:prstClr val="white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Performance et REX</a:t>
            </a: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+mn-cs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99DDDA76-5FB4-03B6-2A40-C4F68099EE51}"/>
              </a:ext>
            </a:extLst>
          </p:cNvPr>
          <p:cNvGrpSpPr/>
          <p:nvPr/>
        </p:nvGrpSpPr>
        <p:grpSpPr>
          <a:xfrm>
            <a:off x="1235619" y="837197"/>
            <a:ext cx="252000" cy="252000"/>
            <a:chOff x="4950257" y="5045259"/>
            <a:chExt cx="290233" cy="290233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8D072AE-37A2-8D6F-C3E7-08BCD56EA5E5}"/>
                </a:ext>
              </a:extLst>
            </p:cNvPr>
            <p:cNvSpPr/>
            <p:nvPr/>
          </p:nvSpPr>
          <p:spPr>
            <a:xfrm>
              <a:off x="4950257" y="5045259"/>
              <a:ext cx="290233" cy="290233"/>
            </a:xfrm>
            <a:prstGeom prst="ellips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>
              <a:outerShdw blurRad="63500" algn="ctr" rotWithShape="0">
                <a:prstClr val="black">
                  <a:alpha val="25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8" tIns="35718" rIns="35718" bIns="35718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A3B9EC6B-A8DA-86CA-8CBE-03F50EFE4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1794" y="5106796"/>
              <a:ext cx="167158" cy="167158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22580F0-1782-6BF9-EEC1-D15C4EB4615F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CEE5A71-23B8-6CCE-ED7E-C5C5C4ACD7B2}"/>
              </a:ext>
            </a:extLst>
          </p:cNvPr>
          <p:cNvSpPr txBox="1"/>
          <p:nvPr/>
        </p:nvSpPr>
        <p:spPr>
          <a:xfrm>
            <a:off x="1114031" y="1316279"/>
            <a:ext cx="80680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t>Synthèse FNC 2026</a:t>
            </a:r>
            <a:br/>
            <a:r>
              <a:t>- Total: 165</a:t>
            </a:r>
            <a:br/>
            <a:r>
              <a:t>- Ouvertes: 24</a:t>
            </a:r>
            <a:br/>
            <a:r>
              <a:t>- Clôturées: 141 (85.5%)</a:t>
            </a:r>
            <a:br/>
            <a:r>
              <a:t>- Coût déclaré: 642594 EUR</a:t>
            </a:r>
            <a:br/>
            <a:r>
              <a:t>- Top agences: RL GT: 89 / RL TU: 23 / AIN: 13</a:t>
            </a:r>
            <a:br/>
            <a:r>
              <a:t>- Top statuts: Sans valeur: 165</a:t>
            </a: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35CA3CA9-1F1A-9D2E-D3C7-5DD432820259}"/>
              </a:ext>
            </a:extLst>
          </p:cNvPr>
          <p:cNvSpPr/>
          <p:nvPr/>
        </p:nvSpPr>
        <p:spPr>
          <a:xfrm rot="16200000">
            <a:off x="661958" y="1841358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B322212F-4104-2602-1A3F-48992DFDB5B3}"/>
              </a:ext>
            </a:extLst>
          </p:cNvPr>
          <p:cNvSpPr/>
          <p:nvPr/>
        </p:nvSpPr>
        <p:spPr>
          <a:xfrm rot="16200000">
            <a:off x="677082" y="2447821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E22D240A-6B95-ED13-75AD-D7F4A4D4A3C0}"/>
              </a:ext>
            </a:extLst>
          </p:cNvPr>
          <p:cNvSpPr/>
          <p:nvPr/>
        </p:nvSpPr>
        <p:spPr>
          <a:xfrm rot="16200000">
            <a:off x="661959" y="4590425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 : bas 24">
            <a:extLst>
              <a:ext uri="{FF2B5EF4-FFF2-40B4-BE49-F238E27FC236}">
                <a16:creationId xmlns:a16="http://schemas.microsoft.com/office/drawing/2014/main" id="{BD36C560-09D0-F256-B6A5-4028956E9757}"/>
              </a:ext>
            </a:extLst>
          </p:cNvPr>
          <p:cNvSpPr/>
          <p:nvPr/>
        </p:nvSpPr>
        <p:spPr>
          <a:xfrm rot="16200000">
            <a:off x="661959" y="3792416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bas 26">
            <a:extLst>
              <a:ext uri="{FF2B5EF4-FFF2-40B4-BE49-F238E27FC236}">
                <a16:creationId xmlns:a16="http://schemas.microsoft.com/office/drawing/2014/main" id="{FA9B5AA1-7D47-1A37-E746-F85D9061E69E}"/>
              </a:ext>
            </a:extLst>
          </p:cNvPr>
          <p:cNvSpPr/>
          <p:nvPr/>
        </p:nvSpPr>
        <p:spPr>
          <a:xfrm rot="16200000">
            <a:off x="677082" y="3208548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Image 28" descr="Une image contenant sol, plein air, outil, rouge&#10;&#10;Le contenu généré par l’IA peut être incorrect.">
            <a:extLst>
              <a:ext uri="{FF2B5EF4-FFF2-40B4-BE49-F238E27FC236}">
                <a16:creationId xmlns:a16="http://schemas.microsoft.com/office/drawing/2014/main" id="{41B310B6-6EF9-0171-78B5-8C3C9103416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2135" y="2503069"/>
            <a:ext cx="1829184" cy="2438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15294F90-F263-5AAF-DC58-7CACDCB004B7}"/>
              </a:ext>
            </a:extLst>
          </p:cNvPr>
          <p:cNvGrpSpPr/>
          <p:nvPr/>
        </p:nvGrpSpPr>
        <p:grpSpPr>
          <a:xfrm>
            <a:off x="8117491" y="694223"/>
            <a:ext cx="1150002" cy="1153672"/>
            <a:chOff x="4603191" y="2261165"/>
            <a:chExt cx="1883667" cy="1806796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3AD52165-C316-E4B4-4A54-29762A986381}"/>
                </a:ext>
              </a:extLst>
            </p:cNvPr>
            <p:cNvSpPr/>
            <p:nvPr/>
          </p:nvSpPr>
          <p:spPr>
            <a:xfrm>
              <a:off x="4603194" y="2261165"/>
              <a:ext cx="1883664" cy="1806796"/>
            </a:xfrm>
            <a:prstGeom prst="ellipse">
              <a:avLst/>
            </a:prstGeom>
            <a:solidFill>
              <a:schemeClr val="bg1">
                <a:alpha val="30000"/>
              </a:schemeClr>
            </a:solidFill>
            <a:ln w="57150">
              <a:solidFill>
                <a:srgbClr val="FF00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147E7492-E463-978A-0C2E-FB33E669CBAD}"/>
                </a:ext>
              </a:extLst>
            </p:cNvPr>
            <p:cNvSpPr txBox="1"/>
            <p:nvPr/>
          </p:nvSpPr>
          <p:spPr>
            <a:xfrm>
              <a:off x="4603191" y="2620079"/>
              <a:ext cx="1883667" cy="1012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>
                  <a:solidFill>
                    <a:srgbClr val="FF0078"/>
                  </a:solidFill>
                  <a:latin typeface="+mj-lt"/>
                </a:rPr>
                <a:t>1 fois par mois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614385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8E47-723D-8CA7-0AE2-44903309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7EF8382B-EA93-E018-7556-B463E3625246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D72154BE-EC54-AD99-B10A-D58B93B4C48A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6B080B10-AC88-3302-11A7-8F5D6ACB3F90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D47DBA66-A39D-2616-DDDB-315918AE079D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AC4A3BB3-D676-05E3-B74C-04342EA70CB3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6A1368A4-92A4-F53D-35AF-1946C0C2921B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3FC8FEBF-D5E8-BB4A-370D-22BC7018B586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0932B3D2-0D70-B011-5226-43B28999189A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E81AF48E-5279-60BE-A492-930FCA341552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E80454D2-EC5F-5D3F-2F9E-A7EE4287129D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61FE29BD-BE14-8D49-6721-A3471F1D8947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25F5018B-5FA8-497E-C2EF-25D8DE6F87D0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203DDCD-5D4B-5F0E-ECA3-8CE42B33C503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6289A0AE-78AC-2D2A-793E-89572E667829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t>Situation FNC actuelle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F7E2DC9A-52E9-BBB7-2AF6-3B0248469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A32F79C-EE8A-D6FF-84BB-9353EE914F8A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EDDA605-5950-1F18-5BDE-5CCF2DB8911A}"/>
              </a:ext>
            </a:extLst>
          </p:cNvPr>
          <p:cNvSpPr txBox="1"/>
          <p:nvPr/>
        </p:nvSpPr>
        <p:spPr>
          <a:xfrm>
            <a:off x="1134133" y="537307"/>
            <a:ext cx="80680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t>FNC remontées: 165</a:t>
            </a:r>
            <a:br/>
            <a:r>
              <a:t>Clôture: 85.5%</a:t>
            </a:r>
            <a:br/>
            <a:r>
              <a:t>Coût consolidé: 642594 EUR</a:t>
            </a:r>
            <a:br/>
            <a:br/>
            <a:r>
              <a:t>Top agences: RL GT: 89 / RL TU: 23 / AIN: 13</a:t>
            </a:r>
            <a:br/>
            <a:r>
              <a:t>Top statuts: Sans valeur: 165</a:t>
            </a:r>
            <a:endParaRPr lang="fr-FR" dirty="0">
              <a:solidFill>
                <a:srgbClr val="1F3C72"/>
              </a:solidFill>
            </a:endParaRP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15802D38-F1AB-8418-E64A-661CF9025F33}"/>
              </a:ext>
            </a:extLst>
          </p:cNvPr>
          <p:cNvSpPr/>
          <p:nvPr/>
        </p:nvSpPr>
        <p:spPr>
          <a:xfrm rot="16200000">
            <a:off x="665920" y="823061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F5FA3470-AC5C-2DFC-57E4-C37E1444BDCB}"/>
              </a:ext>
            </a:extLst>
          </p:cNvPr>
          <p:cNvSpPr/>
          <p:nvPr/>
        </p:nvSpPr>
        <p:spPr>
          <a:xfrm rot="16200000">
            <a:off x="697403" y="1376527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 : bas 24">
            <a:extLst>
              <a:ext uri="{FF2B5EF4-FFF2-40B4-BE49-F238E27FC236}">
                <a16:creationId xmlns:a16="http://schemas.microsoft.com/office/drawing/2014/main" id="{9902A42D-1A71-FB32-D10C-48FF2E172C62}"/>
              </a:ext>
            </a:extLst>
          </p:cNvPr>
          <p:cNvSpPr/>
          <p:nvPr/>
        </p:nvSpPr>
        <p:spPr>
          <a:xfrm rot="16200000">
            <a:off x="692206" y="2464997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bas 26">
            <a:extLst>
              <a:ext uri="{FF2B5EF4-FFF2-40B4-BE49-F238E27FC236}">
                <a16:creationId xmlns:a16="http://schemas.microsoft.com/office/drawing/2014/main" id="{619B1D0B-2907-8D5D-9E8C-2E08F3E6EFAF}"/>
              </a:ext>
            </a:extLst>
          </p:cNvPr>
          <p:cNvSpPr/>
          <p:nvPr/>
        </p:nvSpPr>
        <p:spPr>
          <a:xfrm rot="16200000">
            <a:off x="664504" y="1920762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5405660-A8C8-4E81-8C81-519DC72FAFB9}"/>
              </a:ext>
            </a:extLst>
          </p:cNvPr>
          <p:cNvSpPr txBox="1"/>
          <p:nvPr/>
        </p:nvSpPr>
        <p:spPr>
          <a:xfrm>
            <a:off x="2132916" y="3687716"/>
            <a:ext cx="68061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b="1" dirty="0">
                <a:solidFill>
                  <a:srgbClr val="1F3C72"/>
                </a:solidFill>
              </a:rPr>
              <a:t>Est-ce qu’on a moins de problèmes ?</a:t>
            </a:r>
          </a:p>
          <a:p>
            <a:pPr marR="0" lvl="0" indent="0" algn="just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endParaRPr lang="fr-FR" b="1" dirty="0">
              <a:solidFill>
                <a:srgbClr val="1F3C72"/>
              </a:solidFill>
            </a:endParaRPr>
          </a:p>
          <a:p>
            <a:pPr marR="0" lvl="0" indent="0" algn="just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lang="fr-FR" b="1" dirty="0">
                <a:solidFill>
                  <a:srgbClr val="1F3C72"/>
                </a:solidFill>
              </a:rPr>
              <a:t>Ou est-ce qu’on les formalise moins ?</a:t>
            </a:r>
          </a:p>
        </p:txBody>
      </p:sp>
      <p:sp>
        <p:nvSpPr>
          <p:cNvPr id="34" name="Flèche : bas 33">
            <a:extLst>
              <a:ext uri="{FF2B5EF4-FFF2-40B4-BE49-F238E27FC236}">
                <a16:creationId xmlns:a16="http://schemas.microsoft.com/office/drawing/2014/main" id="{F09B4548-047F-863B-E483-293CE8A4AFCA}"/>
              </a:ext>
            </a:extLst>
          </p:cNvPr>
          <p:cNvSpPr/>
          <p:nvPr/>
        </p:nvSpPr>
        <p:spPr>
          <a:xfrm rot="16200000">
            <a:off x="1653344" y="3696513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lèche : bas 34">
            <a:extLst>
              <a:ext uri="{FF2B5EF4-FFF2-40B4-BE49-F238E27FC236}">
                <a16:creationId xmlns:a16="http://schemas.microsoft.com/office/drawing/2014/main" id="{4CD80D3B-77D9-3644-355D-F91DDD2CD16A}"/>
              </a:ext>
            </a:extLst>
          </p:cNvPr>
          <p:cNvSpPr/>
          <p:nvPr/>
        </p:nvSpPr>
        <p:spPr>
          <a:xfrm rot="16200000">
            <a:off x="1653344" y="4378026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451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5" grpId="0" animBg="1"/>
      <p:bldP spid="27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82B9-2EE2-6493-1515-B41F2872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4EFD0C27-8BDD-F355-D747-46E277DA7BE1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F386DB06-674F-F7A7-F0D1-31F441F3B6A4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59E57600-145A-BD21-0281-9642109B008F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8FA63B22-5CE0-A3A8-32CE-FC9A61B3DD2F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93A4AD53-E264-441E-78C9-DC2D207B4D52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074C7445-5FAE-7463-6B58-67883D0C86F4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8066ABAC-8339-2A80-0C42-DC593FB559BB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3C0F41EE-E68E-59C8-9FA5-521E34A2A001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EDE0FEC4-0448-D89C-41C8-91A9B1157016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CD454E70-1D6E-92B7-2B8D-D259E0F69242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261BB197-5153-7C05-08E4-D8F39F6A7DC7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C795F275-60AA-9DDE-92C0-15703F07E21C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1F5F64F-837A-67BF-937D-D73C8766A353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E3B297AA-149B-1DA3-AE2F-9DBD15FD373D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Pourquoi formaliser un écart ?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9675ABF1-580C-17A1-6DA2-1054509AF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8944BBC-8350-07E4-997D-11354091BE41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860E999-D293-EE08-87F9-F9523CED3D62}"/>
              </a:ext>
            </a:extLst>
          </p:cNvPr>
          <p:cNvSpPr txBox="1"/>
          <p:nvPr/>
        </p:nvSpPr>
        <p:spPr>
          <a:xfrm>
            <a:off x="1234440" y="1682679"/>
            <a:ext cx="80680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fr-FR" b="1" u="sng" dirty="0">
                <a:solidFill>
                  <a:schemeClr val="accent2">
                    <a:lumMod val="75000"/>
                  </a:schemeClr>
                </a:solidFill>
              </a:rPr>
              <a:t>Parce qu’un écart non formalisé :</a:t>
            </a:r>
          </a:p>
          <a:p>
            <a:pPr algn="just"/>
            <a:endParaRPr lang="fr-FR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Ne s’analyse pas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Il reste au stade de ressenti ou de discussion informelle, sans faits précis ni cause identifiée.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Ne s’améliore pas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Sans analyse structurée, aucune action corrective durable n’est mise en place.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Se répète ailleurs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Le problème disparaît du chantier… mais réapparaît sur un autre.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DBD1657-04DD-5BE1-A4AE-2F937B32ED52}"/>
              </a:ext>
            </a:extLst>
          </p:cNvPr>
          <p:cNvSpPr txBox="1"/>
          <p:nvPr/>
        </p:nvSpPr>
        <p:spPr>
          <a:xfrm>
            <a:off x="1234440" y="868680"/>
            <a:ext cx="6638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Formaliser un écart, ce n’est pas créer un problème.</a:t>
            </a:r>
            <a:b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C’est reconnaître une réalité technique.</a:t>
            </a:r>
          </a:p>
        </p:txBody>
      </p:sp>
    </p:spTree>
    <p:extLst>
      <p:ext uri="{BB962C8B-B14F-4D97-AF65-F5344CB8AC3E}">
        <p14:creationId xmlns:p14="http://schemas.microsoft.com/office/powerpoint/2010/main" val="40970010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70C54-246E-198D-692C-877BC9BA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5FF40577-92DC-F485-1020-FB5B0C8C400D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CB2067F1-618C-3966-7B7B-03A3CB8B6A19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BFAAA532-E494-D8DB-B0E6-1149D865B3C0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C702CFCC-2976-FB8B-6CC8-79A33DBC8408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44FD012D-C8E6-AC7E-845A-D59CFA2602C8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E8472228-BBD2-1BD0-C365-E2ECAF62575E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F212909A-9EA3-69D0-2316-60C0B75EF2D4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9C2ABEBE-9218-F59F-420F-53F452BE49AE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796E61D5-FB2C-F08D-5591-B071DB9D5C88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1FE0F89B-1284-8063-00E7-93B7A6B2F54A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0D43F009-DAE3-5389-A460-8849C632AC5C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475401FE-767C-33A7-C220-5A5391BDBB46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217ECDD-18F8-F99D-998D-24C180413A07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B1AD0E9-0E06-E372-D7AC-B2B7CECA2FB6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Le vrai intérêt d’une FNC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35AA7A19-938B-EF8D-68C3-36DC28DBB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94DD050-9799-52A9-2065-E06222B0A761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CD53592-674E-54FF-D55D-231ADC58850C}"/>
              </a:ext>
            </a:extLst>
          </p:cNvPr>
          <p:cNvSpPr txBox="1"/>
          <p:nvPr/>
        </p:nvSpPr>
        <p:spPr>
          <a:xfrm>
            <a:off x="1157938" y="914583"/>
            <a:ext cx="80680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chemeClr val="accent2">
                    <a:lumMod val="75000"/>
                  </a:schemeClr>
                </a:solidFill>
              </a:rPr>
              <a:t>Une FNC permet de :</a:t>
            </a:r>
          </a:p>
          <a:p>
            <a:endParaRPr lang="fr-FR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Décrire factuellement un problème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Poser des faits précis, localisés et objectivables, plutôt que des impressions ou des discussions informelles.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Sécuriser la situation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Mettre en place rapidement des actions correctives pour limiter le risque technique, financier ou contractuel.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Créer une base d’analyse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Disposer d’éléments structurés pour comprendre le mécanisme réel de l’écart.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🔹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Alimenter un futur REX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Transformer l’incident en apprentissage collectif et ajuster nos pratiques.</a:t>
            </a:r>
          </a:p>
        </p:txBody>
      </p:sp>
    </p:spTree>
    <p:extLst>
      <p:ext uri="{BB962C8B-B14F-4D97-AF65-F5344CB8AC3E}">
        <p14:creationId xmlns:p14="http://schemas.microsoft.com/office/powerpoint/2010/main" val="548953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12B18-93EE-7AFE-6EFD-6E829F10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A3E2496A-CFAA-95CB-9666-4D3BBDA8425E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3F422F72-F8F8-36D0-F7E2-3A357AA85D8A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4863B026-4B26-59F2-513A-80844E3FEE40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94851C7A-C2F0-895C-C9EA-6E59A9DE6D8C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9AA84E9C-49B5-383C-DF9D-9AD2FC1E3A9D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27B5A9D3-FF3C-7BCE-BD72-8FB5D3613EC6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AB66271F-2136-AE6E-E5C1-1374F19BDF9A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8595CFBD-AEE3-C401-3717-8CC8413DF5C7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4C93E248-328A-9EE5-BF88-E558343575C6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5096B8C9-DB48-B9E9-1112-55F95C61F175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030EBE54-F3AE-DC48-340B-5CED3814A7B0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88C0EA5F-4D37-7400-9592-79879E3F3BF7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CCCC6D1-86D6-D8ED-FB8F-032530170EC5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AECA072-0489-C902-831D-141BB1F0A9F4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Le vrai intérêt d’une FNC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B7F96E38-EAE7-6F5C-D9A7-5543B56DE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7AFF246-8499-9EE6-BF0A-008252FBBBF7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4D916926-B6CA-1D40-310E-1D96C92947F4}"/>
              </a:ext>
            </a:extLst>
          </p:cNvPr>
          <p:cNvSpPr/>
          <p:nvPr/>
        </p:nvSpPr>
        <p:spPr>
          <a:xfrm rot="16200000">
            <a:off x="2000798" y="2677178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1F3C7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6B83A-45B5-1812-7B90-4E78E38F31ED}"/>
              </a:ext>
            </a:extLst>
          </p:cNvPr>
          <p:cNvSpPr/>
          <p:nvPr/>
        </p:nvSpPr>
        <p:spPr>
          <a:xfrm>
            <a:off x="2359563" y="2407467"/>
            <a:ext cx="91382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fr-FR" sz="5400" b="1" dirty="0">
                <a:solidFill>
                  <a:schemeClr val="accent2">
                    <a:lumMod val="75000"/>
                  </a:schemeClr>
                </a:solidFill>
              </a:rPr>
              <a:t>Sans FNC, pas de REX.</a:t>
            </a:r>
            <a:endParaRPr lang="fr-FR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67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3A1AD-0212-ED9A-BCDD-BD81BEEC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21A4CC09-D199-53D9-24EC-6FA5BC9F9B16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DEDB6A8B-1A5F-FD26-9B97-76BAF58C0317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D910A10D-0AED-7871-30D4-4A0FB5197107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4A53F14F-F54F-BB89-3E9A-CECFBA5A9D91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A2B7EC90-B56E-90E6-ADE6-DCF302F59587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23580451-3A79-428D-67DC-6A2CCDD77166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1A842911-BD73-EF5B-6F59-F93EDA0926ED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28BDD7FC-34E6-298D-DC63-11D73DCA65A7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C79C34F3-10E6-1CD3-6256-D70C46281344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115E1EE5-099C-E347-F2B5-A6FA789F6609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92F735BD-61E5-6F98-91A2-25511100621C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DC3A2FEE-207B-43B6-91E9-CE6B27C02B5F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BB97E8B-8231-735B-26DB-6FE44F44CE08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86636A79-1DF7-EB92-44AA-CC1C868FAD72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1D68"/>
                </a:solidFill>
                <a:effectLst/>
                <a:uLnTx/>
                <a:uFillTx/>
                <a:latin typeface="Roboto Light"/>
                <a:ea typeface="+mn-ea"/>
                <a:cs typeface="+mn-cs"/>
              </a:rPr>
              <a:t>FNC ≠ REX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3894583-B602-F1EE-BF14-F49772A6F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6790BE8-1751-21B5-BD61-786DBFCFEB22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C1FCB49-C2F6-7DBA-8DD7-E4616A612736}"/>
              </a:ext>
            </a:extLst>
          </p:cNvPr>
          <p:cNvSpPr txBox="1"/>
          <p:nvPr/>
        </p:nvSpPr>
        <p:spPr>
          <a:xfrm>
            <a:off x="1252728" y="1088136"/>
            <a:ext cx="631850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FNC – Fiche de Non-Conformité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Constat d’un écart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Description factuelle et localisée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Actions immédiates de sécurisation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Traçabilité de l’événement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29DCEFC-3335-2033-3070-11437093AF03}"/>
              </a:ext>
            </a:extLst>
          </p:cNvPr>
          <p:cNvSpPr txBox="1"/>
          <p:nvPr/>
        </p:nvSpPr>
        <p:spPr>
          <a:xfrm>
            <a:off x="1252728" y="2880360"/>
            <a:ext cx="56875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REX – Remontée d’Expérience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Analyse technique approfondie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Identification de la cause racine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Compréhension du mécanisme réel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Ajustement des pratiques chantier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Capitalisation et diffusion régionale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25B78B3-837E-10C6-A72D-A4482A1C86B0}"/>
              </a:ext>
            </a:extLst>
          </p:cNvPr>
          <p:cNvSpPr txBox="1"/>
          <p:nvPr/>
        </p:nvSpPr>
        <p:spPr>
          <a:xfrm>
            <a:off x="5748785" y="165901"/>
            <a:ext cx="5026492" cy="5693866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Écart terrain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→ </a:t>
            </a:r>
            <a:r>
              <a:rPr lang="fr-FR" sz="2400" dirty="0">
                <a:solidFill>
                  <a:srgbClr val="FF0000"/>
                </a:solidFill>
              </a:rPr>
              <a:t>Un fait technique réel apparaît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Fiche de Non-Conformité FNC</a:t>
            </a:r>
          </a:p>
          <a:p>
            <a:pPr algn="ctr"/>
            <a:r>
              <a:rPr lang="fr-FR" sz="2000" dirty="0">
                <a:solidFill>
                  <a:srgbClr val="FF0000"/>
                </a:solidFill>
              </a:rPr>
              <a:t>→ Constat, description, sécurisation immédiate</a:t>
            </a:r>
            <a:endParaRPr lang="fr-FR" sz="2800" dirty="0">
              <a:solidFill>
                <a:srgbClr val="FF0000"/>
              </a:solidFill>
            </a:endParaRP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Analyse approfondie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→ </a:t>
            </a:r>
            <a:r>
              <a:rPr lang="fr-FR" sz="2000" dirty="0">
                <a:solidFill>
                  <a:srgbClr val="FF0000"/>
                </a:solidFill>
              </a:rPr>
              <a:t>Compréhension du mécanisme et des causes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REX– Remontée d’Expérience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→ </a:t>
            </a:r>
            <a:r>
              <a:rPr lang="fr-FR" sz="2000" dirty="0">
                <a:solidFill>
                  <a:srgbClr val="FF0000"/>
                </a:solidFill>
              </a:rPr>
              <a:t>Formalisation de l’apprentissage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↓</a:t>
            </a:r>
          </a:p>
          <a:p>
            <a:pPr algn="ctr"/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Évolution des pratiques</a:t>
            </a:r>
          </a:p>
          <a:p>
            <a:pPr algn="ctr"/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→ </a:t>
            </a:r>
            <a:r>
              <a:rPr lang="fr-FR" sz="2000" dirty="0">
                <a:solidFill>
                  <a:srgbClr val="FF0000"/>
                </a:solidFill>
              </a:rPr>
              <a:t>Ajustement des méthodes, contrôles et consignes</a:t>
            </a:r>
          </a:p>
        </p:txBody>
      </p:sp>
    </p:spTree>
    <p:extLst>
      <p:ext uri="{BB962C8B-B14F-4D97-AF65-F5344CB8AC3E}">
        <p14:creationId xmlns:p14="http://schemas.microsoft.com/office/powerpoint/2010/main" val="2528104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EBA90-0B42-5461-EB3C-555E4399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AF74C773-235E-4F15-7397-CA71725AA737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4ECCD927-7CBF-9E43-B1F4-E0DCE5B7E313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53AE2E68-E5E2-4CEE-F8AF-BEEF2E751985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F765AFBE-CE91-C753-7DFC-2C752D0E25EC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0B2581D4-32C0-0E8B-E7DB-F6C4AA944E65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1FA14ECB-26C0-93BC-35DD-92162CEE1B91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D15D2445-F7FF-A4A3-403D-15693B456F9E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AED5068C-7E9B-F9CE-D985-E3837807EFB2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F22BDFB6-720C-1DC5-AAD9-996F5F94C094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4E03BE3F-B8AB-6232-E859-277212C3D37C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6255B487-B70D-B02B-462C-4037D0D83E29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04850DF8-AEB3-6543-6EC7-F448FF335F03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A0C219B-C53C-C5AF-466E-9D799790B7BE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C6E38EB3-7049-72F2-C7CA-D8D64E1BDDB8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Quand un écart n’est pas formalisé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2BEDEE6-7A2F-B8D2-9349-4C909AD25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F0B9216-3C24-A68A-FA71-421A4FBED3DE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7C31722-CD4B-D168-2729-F29C1331E7CA}"/>
              </a:ext>
            </a:extLst>
          </p:cNvPr>
          <p:cNvSpPr txBox="1"/>
          <p:nvPr/>
        </p:nvSpPr>
        <p:spPr>
          <a:xfrm>
            <a:off x="789104" y="882499"/>
            <a:ext cx="5181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Contexte technique initial</a:t>
            </a:r>
          </a:p>
          <a:p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Dimensionnement conforme aux hypothèses de trafic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Structure adaptée aux sollicitations prévues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Contrôles de fabrication conformes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Densités globalement dans les tolérances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Mesures réalisées sur des zones accessibles et régulières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 err="1">
                <a:solidFill>
                  <a:schemeClr val="accent2">
                    <a:lumMod val="75000"/>
                  </a:schemeClr>
                </a:solidFill>
              </a:rPr>
              <a:t>PMT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 conforme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→ Résultats proches des seuils, mesurés hors zones les plus contraintes</a:t>
            </a:r>
          </a:p>
          <a:p>
            <a:r>
              <a:rPr lang="fr-FR" b="1" dirty="0">
                <a:solidFill>
                  <a:srgbClr val="C00000"/>
                </a:solidFill>
              </a:rPr>
              <a:t>Sur le papier, la solution est cohérente.</a:t>
            </a: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CEF58B00-6205-95A9-29D9-97527AC5C22F}"/>
              </a:ext>
            </a:extLst>
          </p:cNvPr>
          <p:cNvSpPr/>
          <p:nvPr/>
        </p:nvSpPr>
        <p:spPr>
          <a:xfrm rot="16200000">
            <a:off x="5866368" y="5539696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5E1DAD9-451B-857E-5B83-F0D4981B4061}"/>
              </a:ext>
            </a:extLst>
          </p:cNvPr>
          <p:cNvSpPr txBox="1"/>
          <p:nvPr/>
        </p:nvSpPr>
        <p:spPr>
          <a:xfrm>
            <a:off x="6245325" y="882499"/>
            <a:ext cx="50200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Contexte en phase travaux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Alerte technique émise sur le risque de compactage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Conditions thermiques défavorables (températures basses)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Sensibilité identifiée en zones contraintes (bords, reprises, manœuvres)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Recommandations formulées sur la maîtrise de la fenêtre thermique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Constat en exploitation (3 mois après la mise en service)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Désagrégation superficielle en zone de ripage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Apparition précoce après mise en service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Localisation en zones fortement sollicitées (manœuvres, virages)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/>
              <a:t> </a:t>
            </a:r>
            <a:r>
              <a:rPr lang="fr-FR" b="1" dirty="0">
                <a:solidFill>
                  <a:srgbClr val="C00000"/>
                </a:solidFill>
              </a:rPr>
              <a:t>Le risque était identifié.</a:t>
            </a:r>
          </a:p>
          <a:p>
            <a:endParaRPr lang="fr-FR" dirty="0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BECD2D12-8215-999E-1D83-C629369A8480}"/>
              </a:ext>
            </a:extLst>
          </p:cNvPr>
          <p:cNvSpPr/>
          <p:nvPr/>
        </p:nvSpPr>
        <p:spPr>
          <a:xfrm rot="16200000">
            <a:off x="351106" y="4431285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114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2D6B6-7A24-204A-EF1F-CC568658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9568E382-E5DD-09B3-D319-D8ABD68C1958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C1A38EC3-C9AA-B923-6184-DC9E7C0BDE64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7ED7B1F8-4932-3948-5B67-FAD4005BC069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A49A45C0-5A45-B25B-8AD5-5C73E4820978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FDC94C3C-091E-99B8-5A9C-EECC879E8E92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DDEC1B04-54E0-9105-0819-1015ED9FE8F8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35A8044C-4B65-605C-8CBD-61B7D157FDF0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9CDAEAA2-A2B9-EA2D-3068-1224ED1CD3CC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523FA799-3AA2-6D59-034A-1C756320E268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BCCD9923-7817-2649-B602-7AD165120DFA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96EADA66-AAB2-241E-20E4-3F2C09BF6C88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89A75B7E-F344-6244-0D28-69FBA1D871FA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5043679-7407-AAE3-97E8-7F5770F46F5E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51CB59F-8F8A-1DCE-8E04-5457A01B1336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Quand un écart n’est pas formalisé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2EBE40D1-E4B7-DD2E-DC92-74ABFFD8E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993C66B-BC99-C564-3818-D9FE93DE775A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FA4BBDA-F1DE-26C2-E78F-BBB042084DB4}"/>
              </a:ext>
            </a:extLst>
          </p:cNvPr>
          <p:cNvSpPr txBox="1"/>
          <p:nvPr/>
        </p:nvSpPr>
        <p:spPr>
          <a:xfrm>
            <a:off x="1609344" y="1604593"/>
            <a:ext cx="93572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✔ Le dimensionnement était adapté</a:t>
            </a:r>
            <a:br>
              <a:rPr lang="fr-FR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✔ Les contrôles globaux étaient conformes</a:t>
            </a:r>
            <a:br>
              <a:rPr lang="fr-FR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fr-FR" sz="2400" dirty="0">
                <a:solidFill>
                  <a:srgbClr val="C00000"/>
                </a:solidFill>
              </a:rPr>
              <a:t>⚠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 Le désordre est cohérent avec le risque identifié en phase travaux</a:t>
            </a:r>
          </a:p>
          <a:p>
            <a:endParaRPr lang="fr-FR" sz="2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2400" dirty="0">
                <a:solidFill>
                  <a:srgbClr val="C00000"/>
                </a:solidFill>
              </a:rPr>
              <a:t>La conformité globale ne garantit pas la performance locale.</a:t>
            </a: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17A2341F-3378-A131-0995-C1C8B5AF66BD}"/>
              </a:ext>
            </a:extLst>
          </p:cNvPr>
          <p:cNvSpPr/>
          <p:nvPr/>
        </p:nvSpPr>
        <p:spPr>
          <a:xfrm rot="16200000">
            <a:off x="1190290" y="3110475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937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07085-07F0-2C26-30C4-459148FBB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971FB975-6850-DBA9-6302-DE53645FF7AF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DC6456F1-A864-4A8D-96B3-8AF08620AC5E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017696FE-81B4-753E-66B2-C18AD0BAC6B5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A5F75763-83AF-FEC4-07E5-EDD54FC350EC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0592BE50-1DDF-73F4-CD5E-59565B7FF3B6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778BEEBC-8220-0997-CF88-9B7A2C930FAC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E87F5DF4-A464-ECD5-5A1E-A4103E04FC21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9EE13120-A9CB-9F2B-A1E7-95B0F329C7D4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144B431D-08AB-E06B-016C-6190EF7934E8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7935FE9D-58DF-D15D-B6FA-87B134E0EED8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5572C329-65EA-361B-2DAB-6C497E0D5899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D2FEEE09-D9F8-ACA4-10C2-F049BFEA697B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DF1B00D-4A51-DB8F-93B4-6D0A0F12210E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B48DA459-DF98-84EA-A180-6F08767D7C11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Quand un écart n’est pas formalisé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6EC239E3-441C-E81E-8E51-3A1DCC034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6DE7B8D-9B81-FB8F-50E8-33E9E0A9EEAA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14675A-E4E7-538F-D8E5-5E378579BB56}"/>
              </a:ext>
            </a:extLst>
          </p:cNvPr>
          <p:cNvSpPr txBox="1"/>
          <p:nvPr/>
        </p:nvSpPr>
        <p:spPr>
          <a:xfrm>
            <a:off x="684375" y="955130"/>
            <a:ext cx="488645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Ce qui a manqué</a:t>
            </a:r>
          </a:p>
          <a:p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Pas de Fiche de Non-Conformité formalisée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Pas de traçabilité officielle de l’écart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Pas d’analyse structurée déclenchée</a:t>
            </a:r>
          </a:p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Pas de REX engagé</a:t>
            </a:r>
          </a:p>
          <a:p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rgbClr val="C00000"/>
                </a:solidFill>
              </a:rPr>
              <a:t>L’alerte est restée ponctuelle.</a:t>
            </a:r>
          </a:p>
          <a:p>
            <a:endParaRPr lang="fr-FR" dirty="0">
              <a:solidFill>
                <a:srgbClr val="C00000"/>
              </a:solidFill>
            </a:endParaRPr>
          </a:p>
          <a:p>
            <a:r>
              <a:rPr lang="fr-FR" dirty="0">
                <a:solidFill>
                  <a:srgbClr val="C00000"/>
                </a:solidFill>
              </a:rPr>
              <a:t>Elle n’est pas devenue apprentissage collectif.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6AF5C20-918F-2363-5430-EBDF8ED4B009}"/>
              </a:ext>
            </a:extLst>
          </p:cNvPr>
          <p:cNvSpPr txBox="1"/>
          <p:nvPr/>
        </p:nvSpPr>
        <p:spPr>
          <a:xfrm>
            <a:off x="6095999" y="3247362"/>
            <a:ext cx="49369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Conséquence</a:t>
            </a:r>
          </a:p>
          <a:p>
            <a:endParaRPr lang="fr-FR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Aucun mécanisme formalisé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Aucune règle ajustée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Aucun retour d’expérience partagé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Risque de reproduction sur un autre chantier</a:t>
            </a:r>
          </a:p>
          <a:p>
            <a:endParaRPr lang="fr-FR" dirty="0"/>
          </a:p>
        </p:txBody>
      </p: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78631184-5983-A85E-72BE-B29759A9573B}"/>
              </a:ext>
            </a:extLst>
          </p:cNvPr>
          <p:cNvSpPr/>
          <p:nvPr/>
        </p:nvSpPr>
        <p:spPr>
          <a:xfrm rot="16200000">
            <a:off x="289703" y="2868471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514CA1E2-3B85-56FC-466A-A46D9FE828C6}"/>
              </a:ext>
            </a:extLst>
          </p:cNvPr>
          <p:cNvSpPr/>
          <p:nvPr/>
        </p:nvSpPr>
        <p:spPr>
          <a:xfrm rot="16200000">
            <a:off x="278050" y="3409036"/>
            <a:ext cx="319204" cy="383908"/>
          </a:xfrm>
          <a:custGeom>
            <a:avLst/>
            <a:gdLst>
              <a:gd name="csX0" fmla="*/ 0 w 319204"/>
              <a:gd name="csY0" fmla="*/ 224306 h 383908"/>
              <a:gd name="csX1" fmla="*/ 79801 w 319204"/>
              <a:gd name="csY1" fmla="*/ 224306 h 383908"/>
              <a:gd name="csX2" fmla="*/ 79801 w 319204"/>
              <a:gd name="csY2" fmla="*/ 0 h 383908"/>
              <a:gd name="csX3" fmla="*/ 239403 w 319204"/>
              <a:gd name="csY3" fmla="*/ 0 h 383908"/>
              <a:gd name="csX4" fmla="*/ 239403 w 319204"/>
              <a:gd name="csY4" fmla="*/ 224306 h 383908"/>
              <a:gd name="csX5" fmla="*/ 319204 w 319204"/>
              <a:gd name="csY5" fmla="*/ 224306 h 383908"/>
              <a:gd name="csX6" fmla="*/ 159602 w 319204"/>
              <a:gd name="csY6" fmla="*/ 383908 h 383908"/>
              <a:gd name="csX7" fmla="*/ 0 w 319204"/>
              <a:gd name="csY7" fmla="*/ 224306 h 383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19204" h="383908" fill="none" extrusionOk="0">
                <a:moveTo>
                  <a:pt x="0" y="224306"/>
                </a:moveTo>
                <a:cubicBezTo>
                  <a:pt x="9444" y="225690"/>
                  <a:pt x="48344" y="223399"/>
                  <a:pt x="79801" y="224306"/>
                </a:cubicBezTo>
                <a:cubicBezTo>
                  <a:pt x="87827" y="189611"/>
                  <a:pt x="87838" y="38792"/>
                  <a:pt x="79801" y="0"/>
                </a:cubicBezTo>
                <a:cubicBezTo>
                  <a:pt x="136516" y="-12562"/>
                  <a:pt x="163391" y="-632"/>
                  <a:pt x="239403" y="0"/>
                </a:cubicBezTo>
                <a:cubicBezTo>
                  <a:pt x="246101" y="44431"/>
                  <a:pt x="235096" y="120522"/>
                  <a:pt x="239403" y="224306"/>
                </a:cubicBezTo>
                <a:cubicBezTo>
                  <a:pt x="255309" y="230148"/>
                  <a:pt x="285836" y="219848"/>
                  <a:pt x="319204" y="224306"/>
                </a:cubicBezTo>
                <a:cubicBezTo>
                  <a:pt x="286270" y="260581"/>
                  <a:pt x="208964" y="329198"/>
                  <a:pt x="159602" y="383908"/>
                </a:cubicBezTo>
                <a:cubicBezTo>
                  <a:pt x="101689" y="348597"/>
                  <a:pt x="58982" y="310836"/>
                  <a:pt x="0" y="224306"/>
                </a:cubicBezTo>
                <a:close/>
              </a:path>
              <a:path w="319204" h="383908" stroke="0" extrusionOk="0">
                <a:moveTo>
                  <a:pt x="0" y="224306"/>
                </a:moveTo>
                <a:cubicBezTo>
                  <a:pt x="20920" y="221273"/>
                  <a:pt x="54468" y="222796"/>
                  <a:pt x="79801" y="224306"/>
                </a:cubicBezTo>
                <a:cubicBezTo>
                  <a:pt x="93879" y="176987"/>
                  <a:pt x="87904" y="41182"/>
                  <a:pt x="79801" y="0"/>
                </a:cubicBezTo>
                <a:cubicBezTo>
                  <a:pt x="117473" y="-3442"/>
                  <a:pt x="204624" y="1869"/>
                  <a:pt x="239403" y="0"/>
                </a:cubicBezTo>
                <a:cubicBezTo>
                  <a:pt x="228799" y="41308"/>
                  <a:pt x="250469" y="116757"/>
                  <a:pt x="239403" y="224306"/>
                </a:cubicBezTo>
                <a:cubicBezTo>
                  <a:pt x="253984" y="218633"/>
                  <a:pt x="295626" y="223153"/>
                  <a:pt x="319204" y="224306"/>
                </a:cubicBezTo>
                <a:cubicBezTo>
                  <a:pt x="239766" y="281431"/>
                  <a:pt x="244605" y="324911"/>
                  <a:pt x="159602" y="383908"/>
                </a:cubicBezTo>
                <a:cubicBezTo>
                  <a:pt x="115309" y="336776"/>
                  <a:pt x="34810" y="274086"/>
                  <a:pt x="0" y="22430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down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16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7D925-ED92-CE71-0FF8-8818F419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CF3A7235-0F9D-7248-B96B-E32C12F519A8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B39FE068-BA66-FE84-9BBE-97BB27D8E7FD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55C4EE88-3CD0-7332-C429-C60317DA0FC9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13713947-219B-3F55-A6B4-414D26E1EC90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D1A1803F-1085-4940-0E0E-5ED7D8B9175B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7FCA2094-3674-314A-F8BA-C328A8F7DEEB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FDA02372-7CC7-2195-2486-5985E9934BD3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4EAF1521-9831-47D9-9C32-1DF087A4DCAE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9139C6C1-0419-20FA-9089-F3550273AD77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8B638410-A82E-DAED-B26C-3D2D98DDAD83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885A03B4-8A67-B404-A339-FAEFB4C4D731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D9E5EBE2-7618-C749-8FDA-847325BD19D0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10EBEB0-0F3D-56B6-785C-90B6D25BC129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02855D50-BF66-0F87-437F-5428E4FBE2DB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Quand un écart n’est pas formalisé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7CE5A965-692D-B3E8-3A32-AA5C74BAA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AFF2CFD-E7E2-D972-38AF-A0CB362FEFCB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0A63936-E5D1-D6E2-09A5-E13DC899C5BB}"/>
              </a:ext>
            </a:extLst>
          </p:cNvPr>
          <p:cNvSpPr txBox="1"/>
          <p:nvPr/>
        </p:nvSpPr>
        <p:spPr>
          <a:xfrm>
            <a:off x="1511999" y="1618055"/>
            <a:ext cx="91680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Un écart peut être techniquement anticipé.</a:t>
            </a:r>
          </a:p>
          <a:p>
            <a:br>
              <a:rPr lang="fr-FR" sz="3200" dirty="0">
                <a:solidFill>
                  <a:srgbClr val="C00000"/>
                </a:solidFill>
              </a:rPr>
            </a:br>
            <a:r>
              <a:rPr lang="fr-FR" sz="3200" dirty="0">
                <a:solidFill>
                  <a:srgbClr val="C00000"/>
                </a:solidFill>
              </a:rPr>
              <a:t>S’il n’est pas formalisé, il ne produit aucun progrès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036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48CF6-A46E-1B79-A388-840C887D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488866E9-F755-18AA-6316-C27719DB2BAC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3E0352C9-B73F-AD5B-10F4-54F0721B9E46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1D6B5D5D-0ED1-C5A5-416C-B5C29123D8E8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4923B5F5-B769-C52E-0B61-0F0D79DB45A8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876D5E5F-0EFB-B550-2948-C11F28047AE9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39BB047F-3DD0-C735-556B-1180386E1716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AD530590-BAB2-4E7F-12FA-568365992877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CB051C79-32C7-28BB-EEB5-156003DD7BE7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5C5CC521-B43B-1308-B916-B987193257B1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2675F87E-BA8C-C789-D261-16CF78037537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077D280F-7B7D-35AE-6672-FE415B1F8530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BAD6FDF9-9B69-5CAB-4D30-9D2A32B4B6F1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1B7390F-4AFC-F14B-7543-F8808BB87480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EA51ED55-11A0-F796-15A0-E9B27BAE4F8E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t>Plan d'actions CODIR / exploitation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4C33AD36-BF60-56D2-39CE-52853767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9756363-6A84-494D-148F-C8D666B0FE5B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2E597FC-1B2E-33C5-D31D-99DBFC0DA935}"/>
              </a:ext>
            </a:extLst>
          </p:cNvPr>
          <p:cNvSpPr txBox="1"/>
          <p:nvPr/>
        </p:nvSpPr>
        <p:spPr>
          <a:xfrm>
            <a:off x="684374" y="955130"/>
            <a:ext cx="98129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t>- Prioriser les FNC majeures encore ouvertes</a:t>
            </a:r>
            <a:br/>
            <a:r>
              <a:t>- Suivre les plans d'actions hebdomadaires en agence</a:t>
            </a:r>
            <a:br/>
            <a:r>
              <a:t>- Renforcer le partage REX sur les causes récurrentes</a:t>
            </a:r>
            <a:br/>
            <a:r>
              <a:t>- Actualiser la revue FNC à chaque import</a:t>
            </a:r>
          </a:p>
        </p:txBody>
      </p:sp>
    </p:spTree>
    <p:extLst>
      <p:ext uri="{BB962C8B-B14F-4D97-AF65-F5344CB8AC3E}">
        <p14:creationId xmlns:p14="http://schemas.microsoft.com/office/powerpoint/2010/main" val="41878808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42AB7-4837-30E5-2400-B374097F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rganigramme : Opération manuelle 17">
            <a:extLst>
              <a:ext uri="{FF2B5EF4-FFF2-40B4-BE49-F238E27FC236}">
                <a16:creationId xmlns:a16="http://schemas.microsoft.com/office/drawing/2014/main" id="{8B092EA0-32DE-BB59-0005-F60018104F24}"/>
              </a:ext>
            </a:extLst>
          </p:cNvPr>
          <p:cNvSpPr/>
          <p:nvPr/>
        </p:nvSpPr>
        <p:spPr>
          <a:xfrm>
            <a:off x="11431319" y="-364683"/>
            <a:ext cx="1223515" cy="3004458"/>
          </a:xfrm>
          <a:prstGeom prst="flowChartManualOperation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E626F0BA-52AF-BC2D-7958-ABC1B70A0E84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C9EDF581-6F5C-3440-FC75-A5995A324259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E6EA9948-C0CC-9920-2300-F1788A4E6D10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8CC55D4A-B1E4-B996-58F7-4243A7D93468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2B08785C-EF25-74A4-AA2A-17CD79C7DA4F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59F0477B-8FF2-8BEA-BDAD-A3CB55C9C827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8F7AAF0D-8FFE-6B1E-E752-5815419384C1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64F30DBB-7243-0544-0B80-6E686D6BFF6A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7E2FC4B6-5F56-9E42-BD3E-5A33D5D272DA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7ADAD327-F0A4-2A20-AF62-65191D25E6D6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70D472D2-167F-D8F6-E953-EA419E4CCE1C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9D4E702-6801-6210-B884-B9932624CDB6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1EB68E3-C7F4-07E1-253D-4FF6933DB20A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defTabSz="457189">
              <a:spcAft>
                <a:spcPts val="600"/>
              </a:spcAft>
              <a:buClr>
                <a:srgbClr val="002C77"/>
              </a:buClr>
              <a:buSzPct val="130000"/>
              <a:defRPr/>
            </a:pP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Ce que nous changeons – Laboratoire /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RST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Roboto Light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9E2372A0-DA62-9D7E-96A6-4F5D4193C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7C9E9BA-E899-4D41-8CA7-681B7EF98BDB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5593C53-4034-4A6B-66EC-24F8A0C538F2}"/>
              </a:ext>
            </a:extLst>
          </p:cNvPr>
          <p:cNvSpPr txBox="1"/>
          <p:nvPr/>
        </p:nvSpPr>
        <p:spPr>
          <a:xfrm>
            <a:off x="1770175" y="1019138"/>
            <a:ext cx="8651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Notre engagement</a:t>
            </a:r>
          </a:p>
          <a:p>
            <a:pPr>
              <a:buNone/>
            </a:pP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🔹 Tout écart mérite un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constat formalisé</a:t>
            </a:r>
            <a:br>
              <a:rPr lang="fr-FR" sz="2400" dirty="0">
                <a:solidFill>
                  <a:schemeClr val="accent2">
                    <a:lumMod val="75000"/>
                  </a:schemeClr>
                </a:solidFill>
              </a:rPr>
            </a:br>
            <a:endParaRPr lang="fr-FR" sz="2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🔹 Toute situation critique mérite une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analyse adaptée</a:t>
            </a:r>
          </a:p>
          <a:p>
            <a:pPr>
              <a:buNone/>
            </a:pP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🔹 Toute non-conformité significative mérite une </a:t>
            </a:r>
            <a:r>
              <a:rPr lang="fr-FR" sz="2400" b="1" dirty="0" err="1">
                <a:solidFill>
                  <a:schemeClr val="accent2">
                    <a:lumMod val="75000"/>
                  </a:schemeClr>
                </a:solidFill>
              </a:rPr>
              <a:t>FNC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 tracée</a:t>
            </a:r>
          </a:p>
          <a:p>
            <a:pPr>
              <a:buNone/>
            </a:pPr>
            <a:endParaRPr lang="fr-FR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🔹 Tout écart utile doit produire un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REX exploitable</a:t>
            </a:r>
            <a:endParaRPr lang="fr-FR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076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597D-8ED9-FBE2-782D-41E171AC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810568B1-9C9D-C194-FAB3-EC287D2B41B2}"/>
              </a:ext>
            </a:extLst>
          </p:cNvPr>
          <p:cNvSpPr/>
          <p:nvPr/>
        </p:nvSpPr>
        <p:spPr>
          <a:xfrm>
            <a:off x="0" y="5967372"/>
            <a:ext cx="12192002" cy="890628"/>
          </a:xfrm>
          <a:custGeom>
            <a:avLst/>
            <a:gdLst>
              <a:gd name="connsiteX0" fmla="*/ 6096004 w 12192002"/>
              <a:gd name="connsiteY0" fmla="*/ 0 h 2167403"/>
              <a:gd name="connsiteX1" fmla="*/ 11987478 w 12192002"/>
              <a:gd name="connsiteY1" fmla="*/ 153636 h 2167403"/>
              <a:gd name="connsiteX2" fmla="*/ 12192002 w 12192002"/>
              <a:gd name="connsiteY2" fmla="*/ 165574 h 2167403"/>
              <a:gd name="connsiteX3" fmla="*/ 12192002 w 12192002"/>
              <a:gd name="connsiteY3" fmla="*/ 942127 h 2167403"/>
              <a:gd name="connsiteX4" fmla="*/ 12192002 w 12192002"/>
              <a:gd name="connsiteY4" fmla="*/ 1774241 h 2167403"/>
              <a:gd name="connsiteX5" fmla="*/ 12192002 w 12192002"/>
              <a:gd name="connsiteY5" fmla="*/ 2167403 h 2167403"/>
              <a:gd name="connsiteX6" fmla="*/ 4 w 12192002"/>
              <a:gd name="connsiteY6" fmla="*/ 2167403 h 2167403"/>
              <a:gd name="connsiteX7" fmla="*/ 4 w 12192002"/>
              <a:gd name="connsiteY7" fmla="*/ 1999300 h 2167403"/>
              <a:gd name="connsiteX8" fmla="*/ 0 w 12192002"/>
              <a:gd name="connsiteY8" fmla="*/ 1999300 h 2167403"/>
              <a:gd name="connsiteX9" fmla="*/ 0 w 12192002"/>
              <a:gd name="connsiteY9" fmla="*/ 1774241 h 2167403"/>
              <a:gd name="connsiteX10" fmla="*/ 0 w 12192002"/>
              <a:gd name="connsiteY10" fmla="*/ 1585640 h 2167403"/>
              <a:gd name="connsiteX11" fmla="*/ 0 w 12192002"/>
              <a:gd name="connsiteY11" fmla="*/ 1370789 h 2167403"/>
              <a:gd name="connsiteX12" fmla="*/ 3 w 12192002"/>
              <a:gd name="connsiteY12" fmla="*/ 1370789 h 2167403"/>
              <a:gd name="connsiteX13" fmla="*/ 3 w 12192002"/>
              <a:gd name="connsiteY13" fmla="*/ 165573 h 2167403"/>
              <a:gd name="connsiteX14" fmla="*/ 204525 w 12192002"/>
              <a:gd name="connsiteY14" fmla="*/ 153636 h 2167403"/>
              <a:gd name="connsiteX15" fmla="*/ 6096004 w 12192002"/>
              <a:gd name="connsiteY15" fmla="*/ 0 h 2167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2" h="2167403">
                <a:moveTo>
                  <a:pt x="6096004" y="0"/>
                </a:moveTo>
                <a:cubicBezTo>
                  <a:pt x="8147600" y="0"/>
                  <a:pt x="10126363" y="53789"/>
                  <a:pt x="11987478" y="153636"/>
                </a:cubicBezTo>
                <a:lnTo>
                  <a:pt x="12192002" y="165574"/>
                </a:lnTo>
                <a:lnTo>
                  <a:pt x="12192002" y="942127"/>
                </a:lnTo>
                <a:lnTo>
                  <a:pt x="12192002" y="1774241"/>
                </a:lnTo>
                <a:lnTo>
                  <a:pt x="12192002" y="2167403"/>
                </a:lnTo>
                <a:lnTo>
                  <a:pt x="4" y="2167403"/>
                </a:lnTo>
                <a:lnTo>
                  <a:pt x="4" y="1999300"/>
                </a:lnTo>
                <a:lnTo>
                  <a:pt x="0" y="1999300"/>
                </a:lnTo>
                <a:lnTo>
                  <a:pt x="0" y="1774241"/>
                </a:lnTo>
                <a:lnTo>
                  <a:pt x="0" y="1585640"/>
                </a:lnTo>
                <a:lnTo>
                  <a:pt x="0" y="1370789"/>
                </a:lnTo>
                <a:lnTo>
                  <a:pt x="3" y="1370789"/>
                </a:lnTo>
                <a:lnTo>
                  <a:pt x="3" y="165573"/>
                </a:lnTo>
                <a:lnTo>
                  <a:pt x="204525" y="153636"/>
                </a:lnTo>
                <a:cubicBezTo>
                  <a:pt x="2065641" y="53789"/>
                  <a:pt x="4044405" y="0"/>
                  <a:pt x="609600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65000"/>
                </a:schemeClr>
              </a:gs>
            </a:gsLst>
            <a:lin ang="2700000" scaled="1"/>
          </a:gradFill>
          <a:ln w="25400"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Light"/>
              <a:ea typeface="+mn-ea"/>
              <a:cs typeface="+mn-cs"/>
            </a:endParaRPr>
          </a:p>
        </p:txBody>
      </p:sp>
      <p:grpSp>
        <p:nvGrpSpPr>
          <p:cNvPr id="4" name="Group 80">
            <a:extLst>
              <a:ext uri="{FF2B5EF4-FFF2-40B4-BE49-F238E27FC236}">
                <a16:creationId xmlns:a16="http://schemas.microsoft.com/office/drawing/2014/main" id="{F8A2CF19-1FA6-426C-39C5-30C0890A19BE}"/>
              </a:ext>
            </a:extLst>
          </p:cNvPr>
          <p:cNvGrpSpPr/>
          <p:nvPr/>
        </p:nvGrpSpPr>
        <p:grpSpPr>
          <a:xfrm>
            <a:off x="629606" y="377809"/>
            <a:ext cx="159498" cy="159498"/>
            <a:chOff x="1774137" y="601924"/>
            <a:chExt cx="376132" cy="376132"/>
          </a:xfrm>
          <a:solidFill>
            <a:schemeClr val="accent2"/>
          </a:solidFill>
        </p:grpSpPr>
        <p:sp>
          <p:nvSpPr>
            <p:cNvPr id="5" name="Oval 1">
              <a:extLst>
                <a:ext uri="{FF2B5EF4-FFF2-40B4-BE49-F238E27FC236}">
                  <a16:creationId xmlns:a16="http://schemas.microsoft.com/office/drawing/2014/main" id="{5BB89155-32F6-0ED1-FDEB-D5FB8EB53AD9}"/>
                </a:ext>
              </a:extLst>
            </p:cNvPr>
            <p:cNvSpPr/>
            <p:nvPr/>
          </p:nvSpPr>
          <p:spPr>
            <a:xfrm>
              <a:off x="17741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6" name="Oval 13">
              <a:extLst>
                <a:ext uri="{FF2B5EF4-FFF2-40B4-BE49-F238E27FC236}">
                  <a16:creationId xmlns:a16="http://schemas.microsoft.com/office/drawing/2014/main" id="{158E547E-1172-8366-D805-CD21ED958769}"/>
                </a:ext>
              </a:extLst>
            </p:cNvPr>
            <p:cNvSpPr/>
            <p:nvPr/>
          </p:nvSpPr>
          <p:spPr>
            <a:xfrm>
              <a:off x="19265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7" name="Oval 14">
              <a:extLst>
                <a:ext uri="{FF2B5EF4-FFF2-40B4-BE49-F238E27FC236}">
                  <a16:creationId xmlns:a16="http://schemas.microsoft.com/office/drawing/2014/main" id="{F246FC16-286D-D5C1-6BB6-1FE55D3C0C4B}"/>
                </a:ext>
              </a:extLst>
            </p:cNvPr>
            <p:cNvSpPr/>
            <p:nvPr/>
          </p:nvSpPr>
          <p:spPr>
            <a:xfrm>
              <a:off x="2078937" y="6019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19737F1B-EABC-E31D-7D1D-5F3FF17D64A2}"/>
                </a:ext>
              </a:extLst>
            </p:cNvPr>
            <p:cNvSpPr/>
            <p:nvPr/>
          </p:nvSpPr>
          <p:spPr>
            <a:xfrm>
              <a:off x="17741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9" name="Oval 16">
              <a:extLst>
                <a:ext uri="{FF2B5EF4-FFF2-40B4-BE49-F238E27FC236}">
                  <a16:creationId xmlns:a16="http://schemas.microsoft.com/office/drawing/2014/main" id="{038D2652-CBEF-9DEB-6091-65D6CBBA9E9F}"/>
                </a:ext>
              </a:extLst>
            </p:cNvPr>
            <p:cNvSpPr/>
            <p:nvPr/>
          </p:nvSpPr>
          <p:spPr>
            <a:xfrm>
              <a:off x="19265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09963508-422F-6FA4-1476-029FD28FA38A}"/>
                </a:ext>
              </a:extLst>
            </p:cNvPr>
            <p:cNvSpPr/>
            <p:nvPr/>
          </p:nvSpPr>
          <p:spPr>
            <a:xfrm>
              <a:off x="2078937" y="7543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1" name="Oval 18">
              <a:extLst>
                <a:ext uri="{FF2B5EF4-FFF2-40B4-BE49-F238E27FC236}">
                  <a16:creationId xmlns:a16="http://schemas.microsoft.com/office/drawing/2014/main" id="{7B5D75F0-E3E9-90D1-A4F4-E8E4BBBEF630}"/>
                </a:ext>
              </a:extLst>
            </p:cNvPr>
            <p:cNvSpPr/>
            <p:nvPr/>
          </p:nvSpPr>
          <p:spPr>
            <a:xfrm>
              <a:off x="17741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9EC7D2DD-632E-0164-12C4-89C94EA1EC56}"/>
                </a:ext>
              </a:extLst>
            </p:cNvPr>
            <p:cNvSpPr/>
            <p:nvPr/>
          </p:nvSpPr>
          <p:spPr>
            <a:xfrm>
              <a:off x="19265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sp>
          <p:nvSpPr>
            <p:cNvPr id="13" name="Oval 20">
              <a:extLst>
                <a:ext uri="{FF2B5EF4-FFF2-40B4-BE49-F238E27FC236}">
                  <a16:creationId xmlns:a16="http://schemas.microsoft.com/office/drawing/2014/main" id="{75A80D0E-1C5A-5BB5-39B1-FB839785379F}"/>
                </a:ext>
              </a:extLst>
            </p:cNvPr>
            <p:cNvSpPr/>
            <p:nvPr/>
          </p:nvSpPr>
          <p:spPr>
            <a:xfrm>
              <a:off x="2078937" y="906724"/>
              <a:ext cx="71332" cy="71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67D916A-FA06-A046-540A-A3085C915130}"/>
              </a:ext>
            </a:extLst>
          </p:cNvPr>
          <p:cNvCxnSpPr>
            <a:cxnSpLocks/>
          </p:cNvCxnSpPr>
          <p:nvPr/>
        </p:nvCxnSpPr>
        <p:spPr>
          <a:xfrm>
            <a:off x="1069508" y="277485"/>
            <a:ext cx="0" cy="360000"/>
          </a:xfrm>
          <a:prstGeom prst="line">
            <a:avLst/>
          </a:prstGeom>
          <a:ln w="25400">
            <a:solidFill>
              <a:srgbClr val="FF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B5184F73-402A-E15F-B3C9-9EC0E4A70D9D}"/>
              </a:ext>
            </a:extLst>
          </p:cNvPr>
          <p:cNvSpPr txBox="1"/>
          <p:nvPr/>
        </p:nvSpPr>
        <p:spPr>
          <a:xfrm>
            <a:off x="1157938" y="232558"/>
            <a:ext cx="768729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2C77"/>
              </a:buClr>
              <a:buSzPct val="130000"/>
              <a:buFontTx/>
              <a:buNone/>
              <a:tabLst/>
              <a:defRPr/>
            </a:pPr>
            <a:r>
              <a:t>Suivi indicateurs FNC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C9317AA4-C929-89CC-43C5-52C8C43F1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32993" y="540481"/>
            <a:ext cx="464776" cy="2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C2EE04A-95A0-F835-4F4D-386F0D0E68CE}"/>
              </a:ext>
            </a:extLst>
          </p:cNvPr>
          <p:cNvSpPr/>
          <p:nvPr/>
        </p:nvSpPr>
        <p:spPr>
          <a:xfrm>
            <a:off x="1157938" y="779618"/>
            <a:ext cx="4310174" cy="3690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21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t>FNC 2026 - total 165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+mn-cs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19B40F3-E6CD-793E-00F4-85E02ED17F9B}"/>
              </a:ext>
            </a:extLst>
          </p:cNvPr>
          <p:cNvGrpSpPr/>
          <p:nvPr/>
        </p:nvGrpSpPr>
        <p:grpSpPr>
          <a:xfrm>
            <a:off x="1235619" y="837197"/>
            <a:ext cx="252000" cy="252000"/>
            <a:chOff x="4950257" y="5045259"/>
            <a:chExt cx="290233" cy="290233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B85539AE-8ED8-B9A7-06F9-C4EB3319502E}"/>
                </a:ext>
              </a:extLst>
            </p:cNvPr>
            <p:cNvSpPr/>
            <p:nvPr/>
          </p:nvSpPr>
          <p:spPr>
            <a:xfrm>
              <a:off x="4950257" y="5045259"/>
              <a:ext cx="290233" cy="290233"/>
            </a:xfrm>
            <a:prstGeom prst="ellipse">
              <a:avLst/>
            </a:prstGeom>
            <a:solidFill>
              <a:schemeClr val="bg1"/>
            </a:solidFill>
            <a:ln w="25400" cap="flat">
              <a:noFill/>
              <a:prstDash val="solid"/>
              <a:round/>
            </a:ln>
            <a:effectLst>
              <a:outerShdw blurRad="63500" algn="ctr" rotWithShape="0">
                <a:prstClr val="black">
                  <a:alpha val="25000"/>
                </a:prst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8" tIns="35718" rIns="35718" bIns="35718" numCol="1" spcCol="3810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+mn-ea"/>
                <a:cs typeface="+mn-cs"/>
              </a:endParaRPr>
            </a:p>
          </p:txBody>
        </p:sp>
        <p:pic>
          <p:nvPicPr>
            <p:cNvPr id="17" name="Graphique 16">
              <a:extLst>
                <a:ext uri="{FF2B5EF4-FFF2-40B4-BE49-F238E27FC236}">
                  <a16:creationId xmlns:a16="http://schemas.microsoft.com/office/drawing/2014/main" id="{37203264-8CEA-4345-39EE-560679EA1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1794" y="5106796"/>
              <a:ext cx="167158" cy="167158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27ECC4F-8711-2737-74B8-EDBED101908A}"/>
              </a:ext>
            </a:extLst>
          </p:cNvPr>
          <p:cNvSpPr/>
          <p:nvPr/>
        </p:nvSpPr>
        <p:spPr>
          <a:xfrm>
            <a:off x="5964969" y="6602378"/>
            <a:ext cx="262062" cy="2620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C5DCA6-FE68-4B75-A5F9-05BE201F4EFB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380F11F5-3B5B-020F-E830-0042DC043500}"/>
              </a:ext>
            </a:extLst>
          </p:cNvPr>
          <p:cNvGrpSpPr/>
          <p:nvPr/>
        </p:nvGrpSpPr>
        <p:grpSpPr>
          <a:xfrm rot="5400000">
            <a:off x="9387803" y="2805719"/>
            <a:ext cx="5608392" cy="449097"/>
            <a:chOff x="6582164" y="6603458"/>
            <a:chExt cx="5608392" cy="449097"/>
          </a:xfrm>
        </p:grpSpPr>
        <p:pic>
          <p:nvPicPr>
            <p:cNvPr id="34" name="Google Shape;81;p1" descr="m1.png">
              <a:extLst>
                <a:ext uri="{FF2B5EF4-FFF2-40B4-BE49-F238E27FC236}">
                  <a16:creationId xmlns:a16="http://schemas.microsoft.com/office/drawing/2014/main" id="{5B5446E1-8FE4-342A-6C21-B334969EC51A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226577" y="6603458"/>
              <a:ext cx="2963979" cy="449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81;p1" descr="m1.png">
              <a:extLst>
                <a:ext uri="{FF2B5EF4-FFF2-40B4-BE49-F238E27FC236}">
                  <a16:creationId xmlns:a16="http://schemas.microsoft.com/office/drawing/2014/main" id="{F129CB74-41A5-76F1-21C8-5322B6F4A5FD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82164" y="6603458"/>
              <a:ext cx="2963979" cy="4490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TextBox 35"/>
          <p:cNvSpPr txBox="1"/>
          <p:nvPr/>
        </p:nvSpPr>
        <p:spPr>
          <a:xfrm>
            <a:off x="1157938" y="1280000"/>
            <a:ext cx="8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- FNC-1027 | RL TU | Stock sur les bordures</a:t>
            </a:r>
          </a:p>
          <a:p>
            <a:r>
              <a:rPr sz="1100"/>
              <a:t>- FNC-1029 | EHTP RAL | Cable déterioré par galet</a:t>
            </a:r>
          </a:p>
          <a:p>
            <a:r>
              <a:rPr sz="1100"/>
              <a:t>- FNC-1030 | EHTP RAL | Affaissement autour BAC</a:t>
            </a:r>
          </a:p>
          <a:p>
            <a:r>
              <a:rPr sz="1100"/>
              <a:t>- FNC-1026 | RL GT | Béton sous asphalte non conforme</a:t>
            </a:r>
          </a:p>
          <a:p>
            <a:r>
              <a:rPr sz="1100"/>
              <a:t>- FNC-804 | AIN | accrochage câble électrique aérien avec pelle 8t</a:t>
            </a:r>
          </a:p>
        </p:txBody>
      </p:sp>
    </p:spTree>
    <p:extLst>
      <p:ext uri="{BB962C8B-B14F-4D97-AF65-F5344CB8AC3E}">
        <p14:creationId xmlns:p14="http://schemas.microsoft.com/office/powerpoint/2010/main" val="75816307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4BDE65F2-C81A-4A7C-A9B0-3E719771D3F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" y="0"/>
            <a:ext cx="12189870" cy="6856802"/>
          </a:xfrm>
          <a:prstGeom prst="rect">
            <a:avLst/>
          </a:prstGeom>
        </p:spPr>
      </p:pic>
      <p:sp>
        <p:nvSpPr>
          <p:cNvPr id="4" name="Rectangle : avec coin arrondi 3">
            <a:extLst>
              <a:ext uri="{FF2B5EF4-FFF2-40B4-BE49-F238E27FC236}">
                <a16:creationId xmlns:a16="http://schemas.microsoft.com/office/drawing/2014/main" id="{2FF4B821-476C-4544-9183-FF33138B762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1Rect">
            <a:avLst>
              <a:gd name="adj" fmla="val 0"/>
            </a:avLst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2"/>
              </a:gs>
            </a:gsLst>
            <a:lin ang="5400000" scaled="1"/>
            <a:tileRect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D2FD8D-B015-446D-AB22-0B79DE11DAA8}"/>
              </a:ext>
            </a:extLst>
          </p:cNvPr>
          <p:cNvSpPr txBox="1"/>
          <p:nvPr/>
        </p:nvSpPr>
        <p:spPr>
          <a:xfrm>
            <a:off x="1563858" y="2210386"/>
            <a:ext cx="9064283" cy="10869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MERCI</a:t>
            </a:r>
            <a:r>
              <a:rPr lang="fr-FR" sz="28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DE</a:t>
            </a:r>
            <a:br>
              <a:rPr lang="fr-FR" sz="28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</a:br>
            <a:r>
              <a:rPr lang="fr-FR" sz="28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VOTRE ATTENTION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74B2886-A510-4A75-BD01-8990C75162FC}"/>
              </a:ext>
            </a:extLst>
          </p:cNvPr>
          <p:cNvCxnSpPr>
            <a:cxnSpLocks/>
          </p:cNvCxnSpPr>
          <p:nvPr/>
        </p:nvCxnSpPr>
        <p:spPr>
          <a:xfrm>
            <a:off x="5303821" y="3464890"/>
            <a:ext cx="1584357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2C7973ED-216B-4ED2-A119-06674058F4F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2910" y="6151332"/>
            <a:ext cx="561919" cy="280352"/>
          </a:xfrm>
          <a:prstGeom prst="rect">
            <a:avLst/>
          </a:prstGeom>
        </p:spPr>
      </p:pic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1139BE63-8C84-451A-9094-D8EDC61D45E5}"/>
              </a:ext>
            </a:extLst>
          </p:cNvPr>
          <p:cNvSpPr txBox="1">
            <a:spLocks/>
          </p:cNvSpPr>
          <p:nvPr/>
        </p:nvSpPr>
        <p:spPr>
          <a:xfrm>
            <a:off x="4459355" y="3741366"/>
            <a:ext cx="3273290" cy="1224136"/>
          </a:xfrm>
          <a:prstGeom prst="rect">
            <a:avLst/>
          </a:prstGeom>
        </p:spPr>
        <p:txBody>
          <a:bodyPr vert="horz" lIns="36000" tIns="0" rIns="36000" bIns="0" rtlCol="0">
            <a:normAutofit/>
          </a:bodyPr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0000"/>
              <a:buFontTx/>
              <a:buNone/>
              <a:tabLst>
                <a:tab pos="2868613" algn="r"/>
              </a:tabLst>
              <a:defRPr sz="9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0000"/>
              <a:buFontTx/>
              <a:buNone/>
              <a:defRPr sz="9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SzPct val="70000"/>
              <a:buFontTx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0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SzPct val="70000"/>
              <a:buFontTx/>
              <a:buNone/>
              <a:defRPr sz="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80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NGE</a:t>
            </a:r>
          </a:p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SAINT-ÉTIENNE-DU-GRÈS </a:t>
            </a:r>
          </a:p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PARC D’ACTIVITÉS DE LAURADE</a:t>
            </a:r>
          </a:p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BP 22 - 13156 TARASCON CEDEX</a:t>
            </a:r>
          </a:p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>
                <a:tab pos="2868613" algn="r"/>
              </a:tabLst>
              <a:defRPr/>
            </a:pPr>
            <a:r>
              <a:rPr kumimoji="0" lang="fr-FR" sz="9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T : +33 (0)4 90 91 60 00</a:t>
            </a:r>
          </a:p>
          <a:p>
            <a:pPr marL="0" marR="0" lvl="1" indent="0" algn="ctr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www.nge.fr 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A28B040-E0C5-441C-B79D-74801152D308}"/>
              </a:ext>
            </a:extLst>
          </p:cNvPr>
          <p:cNvCxnSpPr>
            <a:cxnSpLocks/>
          </p:cNvCxnSpPr>
          <p:nvPr/>
        </p:nvCxnSpPr>
        <p:spPr>
          <a:xfrm>
            <a:off x="5888970" y="3464890"/>
            <a:ext cx="414059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8B385CA-A725-492E-9725-A63CAB0D239B}"/>
              </a:ext>
            </a:extLst>
          </p:cNvPr>
          <p:cNvGrpSpPr/>
          <p:nvPr/>
        </p:nvGrpSpPr>
        <p:grpSpPr>
          <a:xfrm>
            <a:off x="6891676" y="5869902"/>
            <a:ext cx="3128713" cy="561782"/>
            <a:chOff x="8014337" y="5747500"/>
            <a:chExt cx="3128713" cy="561782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EF899B0B-B522-4715-9A4E-FBAB760580B2}"/>
                </a:ext>
              </a:extLst>
            </p:cNvPr>
            <p:cNvGrpSpPr/>
            <p:nvPr/>
          </p:nvGrpSpPr>
          <p:grpSpPr>
            <a:xfrm>
              <a:off x="9945597" y="5748698"/>
              <a:ext cx="1197453" cy="560584"/>
              <a:chOff x="6311711" y="5525433"/>
              <a:chExt cx="1197453" cy="560584"/>
            </a:xfrm>
          </p:grpSpPr>
          <p:pic>
            <p:nvPicPr>
              <p:cNvPr id="16" name="Picture 22" descr="Afficher l'image d'origine">
                <a:extLst>
                  <a:ext uri="{FF2B5EF4-FFF2-40B4-BE49-F238E27FC236}">
                    <a16:creationId xmlns:a16="http://schemas.microsoft.com/office/drawing/2014/main" id="{96DAB98D-31C4-4F1C-9D33-9A5195D775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11711" y="5525433"/>
                <a:ext cx="561919" cy="5484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FDC88F64-60E3-469F-86F8-0C9768E83D90}"/>
                  </a:ext>
                </a:extLst>
              </p:cNvPr>
              <p:cNvSpPr/>
              <p:nvPr/>
            </p:nvSpPr>
            <p:spPr>
              <a:xfrm>
                <a:off x="6947245" y="5537594"/>
                <a:ext cx="561919" cy="54842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2"/>
                  </a:solidFill>
                  <a:latin typeface="Nexa Book" panose="02000000000000000000" pitchFamily="2" charset="0"/>
                </a:endParaRPr>
              </a:p>
            </p:txBody>
          </p:sp>
        </p:grp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427A3E2-B78B-435D-9FA6-95708F5D6724}"/>
                </a:ext>
              </a:extLst>
            </p:cNvPr>
            <p:cNvSpPr txBox="1"/>
            <p:nvPr/>
          </p:nvSpPr>
          <p:spPr>
            <a:xfrm>
              <a:off x="8014337" y="5747500"/>
              <a:ext cx="19312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>
                  <a:solidFill>
                    <a:schemeClr val="bg1"/>
                  </a:solidFill>
                  <a:latin typeface="+mj-lt"/>
                </a:rPr>
                <a:t>Rejoignez-nous sur les réseaux sociaux</a:t>
              </a:r>
            </a:p>
          </p:txBody>
        </p:sp>
      </p:grpSp>
      <p:pic>
        <p:nvPicPr>
          <p:cNvPr id="18" name="Image 17">
            <a:extLst>
              <a:ext uri="{FF2B5EF4-FFF2-40B4-BE49-F238E27FC236}">
                <a16:creationId xmlns:a16="http://schemas.microsoft.com/office/drawing/2014/main" id="{39735509-C218-4C4F-B510-CD83F2CAF0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4004" y="5877112"/>
            <a:ext cx="561919" cy="56191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3846168-9C94-401B-8EBF-C5C07E5C028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26285" y="5857604"/>
            <a:ext cx="561919" cy="56191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2DBEF7C-DDE8-47AF-928B-6B61156C085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8566" y="5883261"/>
            <a:ext cx="561919" cy="5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627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NG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6BE00"/>
      </a:accent1>
      <a:accent2>
        <a:srgbClr val="002C77"/>
      </a:accent2>
      <a:accent3>
        <a:srgbClr val="009AB7"/>
      </a:accent3>
      <a:accent4>
        <a:srgbClr val="A20067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GE">
      <a:majorFont>
        <a:latin typeface="Roboto Black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9C669F6D65CE46B7D048DF695FBFD8" ma:contentTypeVersion="13" ma:contentTypeDescription="Crée un document." ma:contentTypeScope="" ma:versionID="0c5759b7acfddca80be3e9ae4b0c8dd1">
  <xsd:schema xmlns:xsd="http://www.w3.org/2001/XMLSchema" xmlns:xs="http://www.w3.org/2001/XMLSchema" xmlns:p="http://schemas.microsoft.com/office/2006/metadata/properties" xmlns:ns2="3ef3bd7a-2663-4b01-b6ab-11337a8a4924" xmlns:ns3="5f5a31bb-fa39-447f-a741-54428e3092ba" targetNamespace="http://schemas.microsoft.com/office/2006/metadata/properties" ma:root="true" ma:fieldsID="04bb21421f655dde1c942625c3723555" ns2:_="" ns3:_="">
    <xsd:import namespace="3ef3bd7a-2663-4b01-b6ab-11337a8a4924"/>
    <xsd:import namespace="5f5a31bb-fa39-447f-a741-54428e3092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3bd7a-2663-4b01-b6ab-11337a8a49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2de30655-58d6-405c-b76f-318c55c6c9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5a31bb-fa39-447f-a741-54428e3092b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97292c7-257d-4fc1-82f2-e3e9b634916a}" ma:internalName="TaxCatchAll" ma:showField="CatchAllData" ma:web="5f5a31bb-fa39-447f-a741-54428e3092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5a31bb-fa39-447f-a741-54428e3092ba" xsi:nil="true"/>
    <lcf76f155ced4ddcb4097134ff3c332f xmlns="3ef3bd7a-2663-4b01-b6ab-11337a8a49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3FFA182-94F8-46D3-9B63-D4CB21ADF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f3bd7a-2663-4b01-b6ab-11337a8a4924"/>
    <ds:schemaRef ds:uri="5f5a31bb-fa39-447f-a741-54428e3092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9F8893-52A5-4102-84EF-3DCC9DC589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37E0E5-5C0A-4BD0-84D7-14566399BDD3}">
  <ds:schemaRefs>
    <ds:schemaRef ds:uri="2b08119c-4ffc-43a2-b134-d88dabf82b80"/>
    <ds:schemaRef ds:uri="4d956348-a4a5-4cca-8970-e9b577b34757"/>
    <ds:schemaRef ds:uri="5974ea8b-541e-47ab-acaf-7168fd0a6d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5f5a31bb-fa39-447f-a741-54428e3092ba"/>
    <ds:schemaRef ds:uri="3ef3bd7a-2663-4b01-b6ab-11337a8a4924"/>
  </ds:schemaRefs>
</ds:datastoreItem>
</file>

<file path=docMetadata/LabelInfo.xml><?xml version="1.0" encoding="utf-8"?>
<clbl:labelList xmlns:clbl="http://schemas.microsoft.com/office/2020/mipLabelMetadata">
  <clbl:label id="{7d7ef55b-d006-4101-afe3-f2bbfa26e84b}" enabled="0" method="" siteId="{7d7ef55b-d006-4101-afe3-f2bbfa26e8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948</Words>
  <Application>Microsoft Office PowerPoint</Application>
  <PresentationFormat>Grand écran</PresentationFormat>
  <Paragraphs>195</Paragraphs>
  <Slides>16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6" baseType="lpstr">
      <vt:lpstr>Arial</vt:lpstr>
      <vt:lpstr>Wingdings</vt:lpstr>
      <vt:lpstr>Nexa Book</vt:lpstr>
      <vt:lpstr>Roboto Light</vt:lpstr>
      <vt:lpstr>Roboto</vt:lpstr>
      <vt:lpstr>Roboto Medium</vt:lpstr>
      <vt:lpstr>Roboto Black</vt:lpstr>
      <vt:lpstr>Cavolini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Thomas Moussin</dc:creator>
  <cp:lastModifiedBy>COSTA PEREIRA Marco paulo</cp:lastModifiedBy>
  <cp:revision>4</cp:revision>
  <dcterms:created xsi:type="dcterms:W3CDTF">2021-01-22T21:00:59Z</dcterms:created>
  <dcterms:modified xsi:type="dcterms:W3CDTF">2026-02-24T13:01:22Z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0x010100E29C669F6D65CE46B7D048DF695FBFD8</vt:lpwstr>
  </property>
</Properties>
</file>